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5" r:id="rId4"/>
    <p:sldId id="264" r:id="rId5"/>
    <p:sldId id="261" r:id="rId6"/>
    <p:sldId id="258" r:id="rId7"/>
    <p:sldId id="259" r:id="rId8"/>
    <p:sldId id="263" r:id="rId9"/>
    <p:sldId id="267" r:id="rId10"/>
    <p:sldId id="268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3D06F1-5221-4607-95B1-6BE3D669B3EB}" v="6" dt="2025-12-24T22:02:46.9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2034" y="3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Kluthe" userId="b4ee7ad44b52acdd" providerId="LiveId" clId="{11FC54C9-C092-4738-9D6E-E982A113B5D7}"/>
    <pc:docChg chg="custSel addSld delSld modSld sldOrd">
      <pc:chgData name="Sam Kluthe" userId="b4ee7ad44b52acdd" providerId="LiveId" clId="{11FC54C9-C092-4738-9D6E-E982A113B5D7}" dt="2025-12-24T22:17:23.931" v="334" actId="20577"/>
      <pc:docMkLst>
        <pc:docMk/>
      </pc:docMkLst>
      <pc:sldChg chg="delSp modSp mod">
        <pc:chgData name="Sam Kluthe" userId="b4ee7ad44b52acdd" providerId="LiveId" clId="{11FC54C9-C092-4738-9D6E-E982A113B5D7}" dt="2025-12-24T22:01:24.052" v="139" actId="14100"/>
        <pc:sldMkLst>
          <pc:docMk/>
          <pc:sldMk cId="2210356061" sldId="261"/>
        </pc:sldMkLst>
        <pc:picChg chg="mod">
          <ac:chgData name="Sam Kluthe" userId="b4ee7ad44b52acdd" providerId="LiveId" clId="{11FC54C9-C092-4738-9D6E-E982A113B5D7}" dt="2025-12-24T22:01:24.052" v="139" actId="14100"/>
          <ac:picMkLst>
            <pc:docMk/>
            <pc:sldMk cId="2210356061" sldId="261"/>
            <ac:picMk id="7" creationId="{DE6DC50D-B682-1F40-AA5F-6276C7308E2B}"/>
          </ac:picMkLst>
        </pc:picChg>
        <pc:picChg chg="del">
          <ac:chgData name="Sam Kluthe" userId="b4ee7ad44b52acdd" providerId="LiveId" clId="{11FC54C9-C092-4738-9D6E-E982A113B5D7}" dt="2025-12-24T22:01:19.489" v="137" actId="478"/>
          <ac:picMkLst>
            <pc:docMk/>
            <pc:sldMk cId="2210356061" sldId="261"/>
            <ac:picMk id="10" creationId="{9E9BA595-4176-83D9-10B1-AC5E94803D7A}"/>
          </ac:picMkLst>
        </pc:picChg>
      </pc:sldChg>
      <pc:sldChg chg="addSp delSp modSp add mod">
        <pc:chgData name="Sam Kluthe" userId="b4ee7ad44b52acdd" providerId="LiveId" clId="{11FC54C9-C092-4738-9D6E-E982A113B5D7}" dt="2025-12-24T21:59:39.003" v="10" actId="962"/>
        <pc:sldMkLst>
          <pc:docMk/>
          <pc:sldMk cId="454416700" sldId="264"/>
        </pc:sldMkLst>
        <pc:spChg chg="mod">
          <ac:chgData name="Sam Kluthe" userId="b4ee7ad44b52acdd" providerId="LiveId" clId="{11FC54C9-C092-4738-9D6E-E982A113B5D7}" dt="2025-12-24T21:59:12.881" v="7" actId="207"/>
          <ac:spMkLst>
            <pc:docMk/>
            <pc:sldMk cId="454416700" sldId="264"/>
            <ac:spMk id="2" creationId="{EE1A24E1-FE43-558D-EC46-25883CBF9393}"/>
          </ac:spMkLst>
        </pc:spChg>
        <pc:spChg chg="add del mod">
          <ac:chgData name="Sam Kluthe" userId="b4ee7ad44b52acdd" providerId="LiveId" clId="{11FC54C9-C092-4738-9D6E-E982A113B5D7}" dt="2025-12-24T21:59:38.122" v="8" actId="22"/>
          <ac:spMkLst>
            <pc:docMk/>
            <pc:sldMk cId="454416700" sldId="264"/>
            <ac:spMk id="4" creationId="{E41E3A9B-84BE-0F39-ED9D-ED06A50D058E}"/>
          </ac:spMkLst>
        </pc:spChg>
        <pc:graphicFrameChg chg="del">
          <ac:chgData name="Sam Kluthe" userId="b4ee7ad44b52acdd" providerId="LiveId" clId="{11FC54C9-C092-4738-9D6E-E982A113B5D7}" dt="2025-12-24T21:58:41.189" v="4" actId="478"/>
          <ac:graphicFrameMkLst>
            <pc:docMk/>
            <pc:sldMk cId="454416700" sldId="264"/>
            <ac:graphicFrameMk id="5" creationId="{172D822D-28B1-89EE-26CD-170649EEF746}"/>
          </ac:graphicFrameMkLst>
        </pc:graphicFrameChg>
        <pc:picChg chg="add mod ord">
          <ac:chgData name="Sam Kluthe" userId="b4ee7ad44b52acdd" providerId="LiveId" clId="{11FC54C9-C092-4738-9D6E-E982A113B5D7}" dt="2025-12-24T21:59:39.003" v="10" actId="962"/>
          <ac:picMkLst>
            <pc:docMk/>
            <pc:sldMk cId="454416700" sldId="264"/>
            <ac:picMk id="7" creationId="{2F82922A-0A35-B438-67BB-3E82D52100C3}"/>
          </ac:picMkLst>
        </pc:picChg>
      </pc:sldChg>
      <pc:sldChg chg="addSp delSp add del setBg delDesignElem">
        <pc:chgData name="Sam Kluthe" userId="b4ee7ad44b52acdd" providerId="LiveId" clId="{11FC54C9-C092-4738-9D6E-E982A113B5D7}" dt="2025-12-24T21:58:32.372" v="2"/>
        <pc:sldMkLst>
          <pc:docMk/>
          <pc:sldMk cId="4090612795" sldId="264"/>
        </pc:sldMkLst>
        <pc:spChg chg="add del">
          <ac:chgData name="Sam Kluthe" userId="b4ee7ad44b52acdd" providerId="LiveId" clId="{11FC54C9-C092-4738-9D6E-E982A113B5D7}" dt="2025-12-24T21:58:32.372" v="2"/>
          <ac:spMkLst>
            <pc:docMk/>
            <pc:sldMk cId="4090612795" sldId="264"/>
            <ac:spMk id="9" creationId="{92767975-C711-5AB8-9EA6-69F3207C8571}"/>
          </ac:spMkLst>
        </pc:spChg>
        <pc:spChg chg="add del">
          <ac:chgData name="Sam Kluthe" userId="b4ee7ad44b52acdd" providerId="LiveId" clId="{11FC54C9-C092-4738-9D6E-E982A113B5D7}" dt="2025-12-24T21:58:32.372" v="2"/>
          <ac:spMkLst>
            <pc:docMk/>
            <pc:sldMk cId="4090612795" sldId="264"/>
            <ac:spMk id="11" creationId="{760DB5FF-77BE-7F40-F7CD-D0E82894E874}"/>
          </ac:spMkLst>
        </pc:spChg>
        <pc:spChg chg="add del">
          <ac:chgData name="Sam Kluthe" userId="b4ee7ad44b52acdd" providerId="LiveId" clId="{11FC54C9-C092-4738-9D6E-E982A113B5D7}" dt="2025-12-24T21:58:32.372" v="2"/>
          <ac:spMkLst>
            <pc:docMk/>
            <pc:sldMk cId="4090612795" sldId="264"/>
            <ac:spMk id="13" creationId="{BCFE086A-B8E8-4411-2133-64B99B26D987}"/>
          </ac:spMkLst>
        </pc:spChg>
        <pc:spChg chg="add del">
          <ac:chgData name="Sam Kluthe" userId="b4ee7ad44b52acdd" providerId="LiveId" clId="{11FC54C9-C092-4738-9D6E-E982A113B5D7}" dt="2025-12-24T21:58:32.372" v="2"/>
          <ac:spMkLst>
            <pc:docMk/>
            <pc:sldMk cId="4090612795" sldId="264"/>
            <ac:spMk id="15" creationId="{40B09C9A-C3A5-FA93-01CA-7C3FDAED4F8B}"/>
          </ac:spMkLst>
        </pc:spChg>
      </pc:sldChg>
      <pc:sldChg chg="addSp delSp modSp add mod ord">
        <pc:chgData name="Sam Kluthe" userId="b4ee7ad44b52acdd" providerId="LiveId" clId="{11FC54C9-C092-4738-9D6E-E982A113B5D7}" dt="2025-12-24T22:01:11.010" v="136"/>
        <pc:sldMkLst>
          <pc:docMk/>
          <pc:sldMk cId="272702683" sldId="265"/>
        </pc:sldMkLst>
        <pc:spChg chg="mod">
          <ac:chgData name="Sam Kluthe" userId="b4ee7ad44b52acdd" providerId="LiveId" clId="{11FC54C9-C092-4738-9D6E-E982A113B5D7}" dt="2025-12-24T22:00:54.138" v="132" actId="20577"/>
          <ac:spMkLst>
            <pc:docMk/>
            <pc:sldMk cId="272702683" sldId="265"/>
            <ac:spMk id="2" creationId="{9E2F2489-683E-60EE-454F-6A1232A0ACF5}"/>
          </ac:spMkLst>
        </pc:spChg>
        <pc:spChg chg="add del mod">
          <ac:chgData name="Sam Kluthe" userId="b4ee7ad44b52acdd" providerId="LiveId" clId="{11FC54C9-C092-4738-9D6E-E982A113B5D7}" dt="2025-12-24T22:01:01.958" v="134"/>
          <ac:spMkLst>
            <pc:docMk/>
            <pc:sldMk cId="272702683" sldId="265"/>
            <ac:spMk id="4" creationId="{E2E2A108-D764-7DF5-BA05-B404D746859D}"/>
          </ac:spMkLst>
        </pc:spChg>
        <pc:graphicFrameChg chg="del">
          <ac:chgData name="Sam Kluthe" userId="b4ee7ad44b52acdd" providerId="LiveId" clId="{11FC54C9-C092-4738-9D6E-E982A113B5D7}" dt="2025-12-24T22:00:56.960" v="133" actId="478"/>
          <ac:graphicFrameMkLst>
            <pc:docMk/>
            <pc:sldMk cId="272702683" sldId="265"/>
            <ac:graphicFrameMk id="5" creationId="{AE43CD2F-2AF7-9D58-EE6C-097AEC692284}"/>
          </ac:graphicFrameMkLst>
        </pc:graphicFrameChg>
        <pc:picChg chg="add mod">
          <ac:chgData name="Sam Kluthe" userId="b4ee7ad44b52acdd" providerId="LiveId" clId="{11FC54C9-C092-4738-9D6E-E982A113B5D7}" dt="2025-12-24T22:01:01.958" v="134"/>
          <ac:picMkLst>
            <pc:docMk/>
            <pc:sldMk cId="272702683" sldId="265"/>
            <ac:picMk id="6" creationId="{FDFD349A-5531-CC92-A03B-88FF34AB6E65}"/>
          </ac:picMkLst>
        </pc:picChg>
      </pc:sldChg>
      <pc:sldChg chg="delSp add del setBg delDesignElem">
        <pc:chgData name="Sam Kluthe" userId="b4ee7ad44b52acdd" providerId="LiveId" clId="{11FC54C9-C092-4738-9D6E-E982A113B5D7}" dt="2025-12-24T22:00:16.483" v="13" actId="47"/>
        <pc:sldMkLst>
          <pc:docMk/>
          <pc:sldMk cId="2606291659" sldId="265"/>
        </pc:sldMkLst>
        <pc:spChg chg="del">
          <ac:chgData name="Sam Kluthe" userId="b4ee7ad44b52acdd" providerId="LiveId" clId="{11FC54C9-C092-4738-9D6E-E982A113B5D7}" dt="2025-12-24T22:00:12.857" v="12"/>
          <ac:spMkLst>
            <pc:docMk/>
            <pc:sldMk cId="2606291659" sldId="265"/>
            <ac:spMk id="9" creationId="{1C4639A6-DD39-B7D2-0A36-B3E1ED0D0D89}"/>
          </ac:spMkLst>
        </pc:spChg>
        <pc:spChg chg="del">
          <ac:chgData name="Sam Kluthe" userId="b4ee7ad44b52acdd" providerId="LiveId" clId="{11FC54C9-C092-4738-9D6E-E982A113B5D7}" dt="2025-12-24T22:00:12.857" v="12"/>
          <ac:spMkLst>
            <pc:docMk/>
            <pc:sldMk cId="2606291659" sldId="265"/>
            <ac:spMk id="11" creationId="{05B37971-8C66-DF10-6B03-08B9B7C97BA6}"/>
          </ac:spMkLst>
        </pc:spChg>
        <pc:spChg chg="del">
          <ac:chgData name="Sam Kluthe" userId="b4ee7ad44b52acdd" providerId="LiveId" clId="{11FC54C9-C092-4738-9D6E-E982A113B5D7}" dt="2025-12-24T22:00:12.857" v="12"/>
          <ac:spMkLst>
            <pc:docMk/>
            <pc:sldMk cId="2606291659" sldId="265"/>
            <ac:spMk id="13" creationId="{3B42A261-03DC-5AC7-E83C-78B67FC44819}"/>
          </ac:spMkLst>
        </pc:spChg>
        <pc:spChg chg="del">
          <ac:chgData name="Sam Kluthe" userId="b4ee7ad44b52acdd" providerId="LiveId" clId="{11FC54C9-C092-4738-9D6E-E982A113B5D7}" dt="2025-12-24T22:00:12.857" v="12"/>
          <ac:spMkLst>
            <pc:docMk/>
            <pc:sldMk cId="2606291659" sldId="265"/>
            <ac:spMk id="15" creationId="{4362EA79-A103-27D8-A083-53B03E2A312F}"/>
          </ac:spMkLst>
        </pc:spChg>
      </pc:sldChg>
      <pc:sldChg chg="delSp add del setBg delDesignElem">
        <pc:chgData name="Sam Kluthe" userId="b4ee7ad44b52acdd" providerId="LiveId" clId="{11FC54C9-C092-4738-9D6E-E982A113B5D7}" dt="2025-12-24T22:02:54.380" v="143" actId="47"/>
        <pc:sldMkLst>
          <pc:docMk/>
          <pc:sldMk cId="1905482726" sldId="266"/>
        </pc:sldMkLst>
        <pc:spChg chg="del">
          <ac:chgData name="Sam Kluthe" userId="b4ee7ad44b52acdd" providerId="LiveId" clId="{11FC54C9-C092-4738-9D6E-E982A113B5D7}" dt="2025-12-24T22:02:46.999" v="141"/>
          <ac:spMkLst>
            <pc:docMk/>
            <pc:sldMk cId="1905482726" sldId="266"/>
            <ac:spMk id="10" creationId="{51E06510-0C10-AD9C-9741-2087F290E705}"/>
          </ac:spMkLst>
        </pc:spChg>
        <pc:spChg chg="del">
          <ac:chgData name="Sam Kluthe" userId="b4ee7ad44b52acdd" providerId="LiveId" clId="{11FC54C9-C092-4738-9D6E-E982A113B5D7}" dt="2025-12-24T22:02:46.999" v="141"/>
          <ac:spMkLst>
            <pc:docMk/>
            <pc:sldMk cId="1905482726" sldId="266"/>
            <ac:spMk id="12" creationId="{E7DEAD3B-0228-2D97-152E-A977E0DA96E9}"/>
          </ac:spMkLst>
        </pc:spChg>
        <pc:spChg chg="del">
          <ac:chgData name="Sam Kluthe" userId="b4ee7ad44b52acdd" providerId="LiveId" clId="{11FC54C9-C092-4738-9D6E-E982A113B5D7}" dt="2025-12-24T22:02:46.999" v="141"/>
          <ac:spMkLst>
            <pc:docMk/>
            <pc:sldMk cId="1905482726" sldId="266"/>
            <ac:spMk id="14" creationId="{FFCC8ACE-699F-A775-3921-35C5DC3E0450}"/>
          </ac:spMkLst>
        </pc:spChg>
        <pc:spChg chg="del">
          <ac:chgData name="Sam Kluthe" userId="b4ee7ad44b52acdd" providerId="LiveId" clId="{11FC54C9-C092-4738-9D6E-E982A113B5D7}" dt="2025-12-24T22:02:46.999" v="141"/>
          <ac:spMkLst>
            <pc:docMk/>
            <pc:sldMk cId="1905482726" sldId="266"/>
            <ac:spMk id="16" creationId="{EDCCF6BE-88D8-B1CA-3754-043ED7500854}"/>
          </ac:spMkLst>
        </pc:spChg>
      </pc:sldChg>
      <pc:sldChg chg="addSp delSp modSp add mod">
        <pc:chgData name="Sam Kluthe" userId="b4ee7ad44b52acdd" providerId="LiveId" clId="{11FC54C9-C092-4738-9D6E-E982A113B5D7}" dt="2025-12-24T22:07:10.538" v="261" actId="1076"/>
        <pc:sldMkLst>
          <pc:docMk/>
          <pc:sldMk cId="3462618883" sldId="267"/>
        </pc:sldMkLst>
        <pc:spChg chg="mod">
          <ac:chgData name="Sam Kluthe" userId="b4ee7ad44b52acdd" providerId="LiveId" clId="{11FC54C9-C092-4738-9D6E-E982A113B5D7}" dt="2025-12-24T22:07:10.538" v="261" actId="1076"/>
          <ac:spMkLst>
            <pc:docMk/>
            <pc:sldMk cId="3462618883" sldId="267"/>
            <ac:spMk id="2" creationId="{B800BCB6-A672-8318-6687-47E16347E982}"/>
          </ac:spMkLst>
        </pc:spChg>
        <pc:spChg chg="add del mod">
          <ac:chgData name="Sam Kluthe" userId="b4ee7ad44b52acdd" providerId="LiveId" clId="{11FC54C9-C092-4738-9D6E-E982A113B5D7}" dt="2025-12-24T22:05:45.632" v="151" actId="478"/>
          <ac:spMkLst>
            <pc:docMk/>
            <pc:sldMk cId="3462618883" sldId="267"/>
            <ac:spMk id="4" creationId="{E62B915A-CDB6-6330-F44A-E5F38B0348FA}"/>
          </ac:spMkLst>
        </pc:spChg>
        <pc:picChg chg="del">
          <ac:chgData name="Sam Kluthe" userId="b4ee7ad44b52acdd" providerId="LiveId" clId="{11FC54C9-C092-4738-9D6E-E982A113B5D7}" dt="2025-12-24T22:04:40.172" v="144" actId="478"/>
          <ac:picMkLst>
            <pc:docMk/>
            <pc:sldMk cId="3462618883" sldId="267"/>
            <ac:picMk id="6" creationId="{0CCBE0DD-65B8-7BB4-BD70-3BC2318D3355}"/>
          </ac:picMkLst>
        </pc:picChg>
        <pc:picChg chg="add mod">
          <ac:chgData name="Sam Kluthe" userId="b4ee7ad44b52acdd" providerId="LiveId" clId="{11FC54C9-C092-4738-9D6E-E982A113B5D7}" dt="2025-12-24T22:05:48.467" v="152" actId="1076"/>
          <ac:picMkLst>
            <pc:docMk/>
            <pc:sldMk cId="3462618883" sldId="267"/>
            <ac:picMk id="7" creationId="{360A8850-AB05-AD07-4573-A9222C3DF2FA}"/>
          </ac:picMkLst>
        </pc:picChg>
        <pc:cxnChg chg="add del">
          <ac:chgData name="Sam Kluthe" userId="b4ee7ad44b52acdd" providerId="LiveId" clId="{11FC54C9-C092-4738-9D6E-E982A113B5D7}" dt="2025-12-24T22:06:10.075" v="154" actId="478"/>
          <ac:cxnSpMkLst>
            <pc:docMk/>
            <pc:sldMk cId="3462618883" sldId="267"/>
            <ac:cxnSpMk id="9" creationId="{1A49E2CA-3529-FF53-E0A6-739FF977AD62}"/>
          </ac:cxnSpMkLst>
        </pc:cxnChg>
      </pc:sldChg>
      <pc:sldChg chg="addSp delSp modSp add mod">
        <pc:chgData name="Sam Kluthe" userId="b4ee7ad44b52acdd" providerId="LiveId" clId="{11FC54C9-C092-4738-9D6E-E982A113B5D7}" dt="2025-12-24T22:17:23.931" v="334" actId="20577"/>
        <pc:sldMkLst>
          <pc:docMk/>
          <pc:sldMk cId="75787193" sldId="268"/>
        </pc:sldMkLst>
        <pc:spChg chg="mod">
          <ac:chgData name="Sam Kluthe" userId="b4ee7ad44b52acdd" providerId="LiveId" clId="{11FC54C9-C092-4738-9D6E-E982A113B5D7}" dt="2025-12-24T22:17:23.931" v="334" actId="20577"/>
          <ac:spMkLst>
            <pc:docMk/>
            <pc:sldMk cId="75787193" sldId="268"/>
            <ac:spMk id="2" creationId="{83B7BBBA-8E4F-98E0-1E61-B6E8EEAEE3FB}"/>
          </ac:spMkLst>
        </pc:spChg>
        <pc:picChg chg="add mod">
          <ac:chgData name="Sam Kluthe" userId="b4ee7ad44b52acdd" providerId="LiveId" clId="{11FC54C9-C092-4738-9D6E-E982A113B5D7}" dt="2025-12-24T22:17:01.696" v="289" actId="14100"/>
          <ac:picMkLst>
            <pc:docMk/>
            <pc:sldMk cId="75787193" sldId="268"/>
            <ac:picMk id="4" creationId="{FBD4DCBD-C4BF-1873-82B5-B057D60D728A}"/>
          </ac:picMkLst>
        </pc:picChg>
        <pc:picChg chg="del">
          <ac:chgData name="Sam Kluthe" userId="b4ee7ad44b52acdd" providerId="LiveId" clId="{11FC54C9-C092-4738-9D6E-E982A113B5D7}" dt="2025-12-24T22:16:43.888" v="284" actId="478"/>
          <ac:picMkLst>
            <pc:docMk/>
            <pc:sldMk cId="75787193" sldId="268"/>
            <ac:picMk id="7" creationId="{384264F1-DF03-50BE-4D8D-7A14963C14C1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8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10" Type="http://schemas.openxmlformats.org/officeDocument/2006/relationships/image" Target="../media/image32.svg"/><Relationship Id="rId4" Type="http://schemas.openxmlformats.org/officeDocument/2006/relationships/image" Target="../media/image26.svg"/><Relationship Id="rId9" Type="http://schemas.openxmlformats.org/officeDocument/2006/relationships/image" Target="../media/image31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8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10" Type="http://schemas.openxmlformats.org/officeDocument/2006/relationships/image" Target="../media/image32.svg"/><Relationship Id="rId4" Type="http://schemas.openxmlformats.org/officeDocument/2006/relationships/image" Target="../media/image26.svg"/><Relationship Id="rId9" Type="http://schemas.openxmlformats.org/officeDocument/2006/relationships/image" Target="../media/image3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5A48D4F-8735-44B5-BCA2-4518A50297A6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0F681487-1A65-49B1-8BFF-7F8E061BA888}">
      <dgm:prSet/>
      <dgm:spPr/>
      <dgm:t>
        <a:bodyPr/>
        <a:lstStyle/>
        <a:p>
          <a:pPr>
            <a:defRPr cap="all"/>
          </a:pPr>
          <a:r>
            <a:rPr lang="en-US"/>
            <a:t>Recognizing strong scheduling performance while preparing for peak demand</a:t>
          </a:r>
        </a:p>
      </dgm:t>
    </dgm:pt>
    <dgm:pt modelId="{453D7B89-9DE2-48D4-9D8C-1B969D757B4F}" type="parTrans" cxnId="{C6BB10B8-5194-4392-8D24-8DD9D5A4292D}">
      <dgm:prSet/>
      <dgm:spPr/>
      <dgm:t>
        <a:bodyPr/>
        <a:lstStyle/>
        <a:p>
          <a:endParaRPr lang="en-US"/>
        </a:p>
      </dgm:t>
    </dgm:pt>
    <dgm:pt modelId="{B4F4A0BE-11EF-413F-8B09-66694A77DCE4}" type="sibTrans" cxnId="{C6BB10B8-5194-4392-8D24-8DD9D5A4292D}">
      <dgm:prSet/>
      <dgm:spPr/>
      <dgm:t>
        <a:bodyPr/>
        <a:lstStyle/>
        <a:p>
          <a:endParaRPr lang="en-US"/>
        </a:p>
      </dgm:t>
    </dgm:pt>
    <dgm:pt modelId="{070247AE-7C9F-4DE7-88BE-29FEAE78C912}">
      <dgm:prSet/>
      <dgm:spPr/>
      <dgm:t>
        <a:bodyPr/>
        <a:lstStyle/>
        <a:p>
          <a:pPr>
            <a:defRPr cap="all"/>
          </a:pPr>
          <a:r>
            <a:rPr lang="en-US"/>
            <a:t>January Operational Review</a:t>
          </a:r>
        </a:p>
      </dgm:t>
    </dgm:pt>
    <dgm:pt modelId="{0A48C223-C90C-43AF-89FD-30F9B6B1859A}" type="parTrans" cxnId="{F7249446-3CD8-4F16-97EB-3FF683545C49}">
      <dgm:prSet/>
      <dgm:spPr/>
      <dgm:t>
        <a:bodyPr/>
        <a:lstStyle/>
        <a:p>
          <a:endParaRPr lang="en-US"/>
        </a:p>
      </dgm:t>
    </dgm:pt>
    <dgm:pt modelId="{5821BD55-009F-49D6-83B2-2DBC244DBB55}" type="sibTrans" cxnId="{F7249446-3CD8-4F16-97EB-3FF683545C49}">
      <dgm:prSet/>
      <dgm:spPr/>
      <dgm:t>
        <a:bodyPr/>
        <a:lstStyle/>
        <a:p>
          <a:endParaRPr lang="en-US"/>
        </a:p>
      </dgm:t>
    </dgm:pt>
    <dgm:pt modelId="{239EE2C5-9588-450B-8619-00F29A800393}" type="pres">
      <dgm:prSet presAssocID="{25A48D4F-8735-44B5-BCA2-4518A50297A6}" presName="root" presStyleCnt="0">
        <dgm:presLayoutVars>
          <dgm:dir/>
          <dgm:resizeHandles val="exact"/>
        </dgm:presLayoutVars>
      </dgm:prSet>
      <dgm:spPr/>
    </dgm:pt>
    <dgm:pt modelId="{B1875226-8FA0-4D16-A1E5-96045DCD3387}" type="pres">
      <dgm:prSet presAssocID="{0F681487-1A65-49B1-8BFF-7F8E061BA888}" presName="compNode" presStyleCnt="0"/>
      <dgm:spPr/>
    </dgm:pt>
    <dgm:pt modelId="{DFFA3D6C-D748-4ACA-BC18-153D69B5359D}" type="pres">
      <dgm:prSet presAssocID="{0F681487-1A65-49B1-8BFF-7F8E061BA888}" presName="iconBgRect" presStyleLbl="bgShp" presStyleIdx="0" presStyleCnt="2"/>
      <dgm:spPr/>
    </dgm:pt>
    <dgm:pt modelId="{CC9F071E-6D40-4F1B-9E64-E48341F07723}" type="pres">
      <dgm:prSet presAssocID="{0F681487-1A65-49B1-8BFF-7F8E061BA88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754136F5-F5D0-4E32-B861-79C3215992BE}" type="pres">
      <dgm:prSet presAssocID="{0F681487-1A65-49B1-8BFF-7F8E061BA888}" presName="spaceRect" presStyleCnt="0"/>
      <dgm:spPr/>
    </dgm:pt>
    <dgm:pt modelId="{9747DC48-5750-4FD2-AE74-F6BAFC77BD3B}" type="pres">
      <dgm:prSet presAssocID="{0F681487-1A65-49B1-8BFF-7F8E061BA888}" presName="textRect" presStyleLbl="revTx" presStyleIdx="0" presStyleCnt="2">
        <dgm:presLayoutVars>
          <dgm:chMax val="1"/>
          <dgm:chPref val="1"/>
        </dgm:presLayoutVars>
      </dgm:prSet>
      <dgm:spPr/>
    </dgm:pt>
    <dgm:pt modelId="{A921E3DF-89F5-4A62-8941-48787E93D026}" type="pres">
      <dgm:prSet presAssocID="{B4F4A0BE-11EF-413F-8B09-66694A77DCE4}" presName="sibTrans" presStyleCnt="0"/>
      <dgm:spPr/>
    </dgm:pt>
    <dgm:pt modelId="{23DBFE47-3D32-49D6-BE6F-6D33AEF4B0E3}" type="pres">
      <dgm:prSet presAssocID="{070247AE-7C9F-4DE7-88BE-29FEAE78C912}" presName="compNode" presStyleCnt="0"/>
      <dgm:spPr/>
    </dgm:pt>
    <dgm:pt modelId="{A82021B5-BDB0-4C96-BE00-A7444814B1C5}" type="pres">
      <dgm:prSet presAssocID="{070247AE-7C9F-4DE7-88BE-29FEAE78C912}" presName="iconBgRect" presStyleLbl="bgShp" presStyleIdx="1" presStyleCnt="2"/>
      <dgm:spPr/>
    </dgm:pt>
    <dgm:pt modelId="{15A611F8-B2AD-406E-9041-491E0BD6C49F}" type="pres">
      <dgm:prSet presAssocID="{070247AE-7C9F-4DE7-88BE-29FEAE78C912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179382B8-B06F-43AD-B10F-EC4D339A8114}" type="pres">
      <dgm:prSet presAssocID="{070247AE-7C9F-4DE7-88BE-29FEAE78C912}" presName="spaceRect" presStyleCnt="0"/>
      <dgm:spPr/>
    </dgm:pt>
    <dgm:pt modelId="{793865EF-21A9-419F-9932-278CBAA43478}" type="pres">
      <dgm:prSet presAssocID="{070247AE-7C9F-4DE7-88BE-29FEAE78C912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63E69D20-607D-4936-A91C-868F92C8127A}" type="presOf" srcId="{070247AE-7C9F-4DE7-88BE-29FEAE78C912}" destId="{793865EF-21A9-419F-9932-278CBAA43478}" srcOrd="0" destOrd="0" presId="urn:microsoft.com/office/officeart/2018/5/layout/IconCircleLabelList"/>
    <dgm:cxn modelId="{45A9B75B-9166-4333-BECE-FD5532B1304F}" type="presOf" srcId="{0F681487-1A65-49B1-8BFF-7F8E061BA888}" destId="{9747DC48-5750-4FD2-AE74-F6BAFC77BD3B}" srcOrd="0" destOrd="0" presId="urn:microsoft.com/office/officeart/2018/5/layout/IconCircleLabelList"/>
    <dgm:cxn modelId="{F7249446-3CD8-4F16-97EB-3FF683545C49}" srcId="{25A48D4F-8735-44B5-BCA2-4518A50297A6}" destId="{070247AE-7C9F-4DE7-88BE-29FEAE78C912}" srcOrd="1" destOrd="0" parTransId="{0A48C223-C90C-43AF-89FD-30F9B6B1859A}" sibTransId="{5821BD55-009F-49D6-83B2-2DBC244DBB55}"/>
    <dgm:cxn modelId="{0ABE2C72-A425-4636-90E3-8EEA90834A9E}" type="presOf" srcId="{25A48D4F-8735-44B5-BCA2-4518A50297A6}" destId="{239EE2C5-9588-450B-8619-00F29A800393}" srcOrd="0" destOrd="0" presId="urn:microsoft.com/office/officeart/2018/5/layout/IconCircleLabelList"/>
    <dgm:cxn modelId="{C6BB10B8-5194-4392-8D24-8DD9D5A4292D}" srcId="{25A48D4F-8735-44B5-BCA2-4518A50297A6}" destId="{0F681487-1A65-49B1-8BFF-7F8E061BA888}" srcOrd="0" destOrd="0" parTransId="{453D7B89-9DE2-48D4-9D8C-1B969D757B4F}" sibTransId="{B4F4A0BE-11EF-413F-8B09-66694A77DCE4}"/>
    <dgm:cxn modelId="{1EDD5E9E-3E0C-4BA5-BB4C-81C8C3CF1453}" type="presParOf" srcId="{239EE2C5-9588-450B-8619-00F29A800393}" destId="{B1875226-8FA0-4D16-A1E5-96045DCD3387}" srcOrd="0" destOrd="0" presId="urn:microsoft.com/office/officeart/2018/5/layout/IconCircleLabelList"/>
    <dgm:cxn modelId="{D6BED83B-244D-4E7F-9646-457924813CC6}" type="presParOf" srcId="{B1875226-8FA0-4D16-A1E5-96045DCD3387}" destId="{DFFA3D6C-D748-4ACA-BC18-153D69B5359D}" srcOrd="0" destOrd="0" presId="urn:microsoft.com/office/officeart/2018/5/layout/IconCircleLabelList"/>
    <dgm:cxn modelId="{0AEF8249-ECBC-4C24-BF26-36B098FC1897}" type="presParOf" srcId="{B1875226-8FA0-4D16-A1E5-96045DCD3387}" destId="{CC9F071E-6D40-4F1B-9E64-E48341F07723}" srcOrd="1" destOrd="0" presId="urn:microsoft.com/office/officeart/2018/5/layout/IconCircleLabelList"/>
    <dgm:cxn modelId="{845B79A9-B53C-4280-B14B-487A706708BA}" type="presParOf" srcId="{B1875226-8FA0-4D16-A1E5-96045DCD3387}" destId="{754136F5-F5D0-4E32-B861-79C3215992BE}" srcOrd="2" destOrd="0" presId="urn:microsoft.com/office/officeart/2018/5/layout/IconCircleLabelList"/>
    <dgm:cxn modelId="{A2E00CA2-BABD-438C-A5D2-46CB42A83DB0}" type="presParOf" srcId="{B1875226-8FA0-4D16-A1E5-96045DCD3387}" destId="{9747DC48-5750-4FD2-AE74-F6BAFC77BD3B}" srcOrd="3" destOrd="0" presId="urn:microsoft.com/office/officeart/2018/5/layout/IconCircleLabelList"/>
    <dgm:cxn modelId="{BE196EE0-14F6-49A0-B940-959F1A2758EC}" type="presParOf" srcId="{239EE2C5-9588-450B-8619-00F29A800393}" destId="{A921E3DF-89F5-4A62-8941-48787E93D026}" srcOrd="1" destOrd="0" presId="urn:microsoft.com/office/officeart/2018/5/layout/IconCircleLabelList"/>
    <dgm:cxn modelId="{743EBC07-7919-49B5-99A6-F6B23314A658}" type="presParOf" srcId="{239EE2C5-9588-450B-8619-00F29A800393}" destId="{23DBFE47-3D32-49D6-BE6F-6D33AEF4B0E3}" srcOrd="2" destOrd="0" presId="urn:microsoft.com/office/officeart/2018/5/layout/IconCircleLabelList"/>
    <dgm:cxn modelId="{A858C09A-0BE4-40EE-AC2B-9BD4A79686F0}" type="presParOf" srcId="{23DBFE47-3D32-49D6-BE6F-6D33AEF4B0E3}" destId="{A82021B5-BDB0-4C96-BE00-A7444814B1C5}" srcOrd="0" destOrd="0" presId="urn:microsoft.com/office/officeart/2018/5/layout/IconCircleLabelList"/>
    <dgm:cxn modelId="{B1500914-78B6-49A2-A63E-B9E6740FD5CE}" type="presParOf" srcId="{23DBFE47-3D32-49D6-BE6F-6D33AEF4B0E3}" destId="{15A611F8-B2AD-406E-9041-491E0BD6C49F}" srcOrd="1" destOrd="0" presId="urn:microsoft.com/office/officeart/2018/5/layout/IconCircleLabelList"/>
    <dgm:cxn modelId="{02F04DDC-05F7-46ED-9A05-62DFD556662C}" type="presParOf" srcId="{23DBFE47-3D32-49D6-BE6F-6D33AEF4B0E3}" destId="{179382B8-B06F-43AD-B10F-EC4D339A8114}" srcOrd="2" destOrd="0" presId="urn:microsoft.com/office/officeart/2018/5/layout/IconCircleLabelList"/>
    <dgm:cxn modelId="{0DB8145B-9082-4CD4-8027-F77A2847B380}" type="presParOf" srcId="{23DBFE47-3D32-49D6-BE6F-6D33AEF4B0E3}" destId="{793865EF-21A9-419F-9932-278CBAA4347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4B77FC2-50F1-4483-8458-05EC23E2A3B7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5CA65AD9-95AA-46E0-ABCF-2991458DBC11}">
      <dgm:prSet/>
      <dgm:spPr/>
      <dgm:t>
        <a:bodyPr/>
        <a:lstStyle/>
        <a:p>
          <a:pPr>
            <a:defRPr cap="all"/>
          </a:pPr>
          <a:r>
            <a:rPr lang="en-US"/>
            <a:t>• High-volume POTUS meetings are scheduled with short lead times</a:t>
          </a:r>
        </a:p>
      </dgm:t>
    </dgm:pt>
    <dgm:pt modelId="{E16BBE6E-AF08-4B1D-B8F5-BC079B7560D0}" type="parTrans" cxnId="{B8F00CE1-5ADB-4491-8941-DB5B3E3B6DCF}">
      <dgm:prSet/>
      <dgm:spPr/>
      <dgm:t>
        <a:bodyPr/>
        <a:lstStyle/>
        <a:p>
          <a:endParaRPr lang="en-US"/>
        </a:p>
      </dgm:t>
    </dgm:pt>
    <dgm:pt modelId="{879F4029-D998-4D7A-9F0B-B36483B33602}" type="sibTrans" cxnId="{B8F00CE1-5ADB-4491-8941-DB5B3E3B6DCF}">
      <dgm:prSet/>
      <dgm:spPr/>
      <dgm:t>
        <a:bodyPr/>
        <a:lstStyle/>
        <a:p>
          <a:endParaRPr lang="en-US"/>
        </a:p>
      </dgm:t>
    </dgm:pt>
    <dgm:pt modelId="{922F8F20-6DE6-49C0-A139-814F0B447EF1}">
      <dgm:prSet/>
      <dgm:spPr/>
      <dgm:t>
        <a:bodyPr/>
        <a:lstStyle/>
        <a:p>
          <a:pPr>
            <a:defRPr cap="all"/>
          </a:pPr>
          <a:r>
            <a:rPr lang="en-US"/>
            <a:t>• Large meetings do not create significant backlogs</a:t>
          </a:r>
        </a:p>
      </dgm:t>
    </dgm:pt>
    <dgm:pt modelId="{2020063D-8006-40DC-B970-C6E7329267C6}" type="parTrans" cxnId="{3760D029-403E-411E-A6B5-3EE17B3F3CD0}">
      <dgm:prSet/>
      <dgm:spPr/>
      <dgm:t>
        <a:bodyPr/>
        <a:lstStyle/>
        <a:p>
          <a:endParaRPr lang="en-US"/>
        </a:p>
      </dgm:t>
    </dgm:pt>
    <dgm:pt modelId="{9CD376EA-9055-4591-BE8D-30D594896E00}" type="sibTrans" cxnId="{3760D029-403E-411E-A6B5-3EE17B3F3CD0}">
      <dgm:prSet/>
      <dgm:spPr/>
      <dgm:t>
        <a:bodyPr/>
        <a:lstStyle/>
        <a:p>
          <a:endParaRPr lang="en-US"/>
        </a:p>
      </dgm:t>
    </dgm:pt>
    <dgm:pt modelId="{0E6C6EF0-DE42-4313-A1EE-2681EBAAC0E5}">
      <dgm:prSet/>
      <dgm:spPr/>
      <dgm:t>
        <a:bodyPr/>
        <a:lstStyle/>
        <a:p>
          <a:pPr>
            <a:defRPr cap="all"/>
          </a:pPr>
          <a:r>
            <a:rPr lang="en-US"/>
            <a:t>• Performance remains strong despite rising volume</a:t>
          </a:r>
        </a:p>
      </dgm:t>
    </dgm:pt>
    <dgm:pt modelId="{403E7F51-118F-4C5D-9DB2-953626D9088B}" type="parTrans" cxnId="{A0FCE893-8942-4945-B9E6-44D52465E2FA}">
      <dgm:prSet/>
      <dgm:spPr/>
      <dgm:t>
        <a:bodyPr/>
        <a:lstStyle/>
        <a:p>
          <a:endParaRPr lang="en-US"/>
        </a:p>
      </dgm:t>
    </dgm:pt>
    <dgm:pt modelId="{77D6FAC2-4D53-45BA-8C62-DDCBBC632B82}" type="sibTrans" cxnId="{A0FCE893-8942-4945-B9E6-44D52465E2FA}">
      <dgm:prSet/>
      <dgm:spPr/>
      <dgm:t>
        <a:bodyPr/>
        <a:lstStyle/>
        <a:p>
          <a:endParaRPr lang="en-US"/>
        </a:p>
      </dgm:t>
    </dgm:pt>
    <dgm:pt modelId="{15CABEFA-44C1-4243-A8A9-A4FD257BD578}" type="pres">
      <dgm:prSet presAssocID="{D4B77FC2-50F1-4483-8458-05EC23E2A3B7}" presName="root" presStyleCnt="0">
        <dgm:presLayoutVars>
          <dgm:dir/>
          <dgm:resizeHandles val="exact"/>
        </dgm:presLayoutVars>
      </dgm:prSet>
      <dgm:spPr/>
    </dgm:pt>
    <dgm:pt modelId="{40BEF11C-E39F-45A9-8AD6-879A15696EB4}" type="pres">
      <dgm:prSet presAssocID="{5CA65AD9-95AA-46E0-ABCF-2991458DBC11}" presName="compNode" presStyleCnt="0"/>
      <dgm:spPr/>
    </dgm:pt>
    <dgm:pt modelId="{4CF68A0C-38FE-43DE-99E4-76C0C918CC36}" type="pres">
      <dgm:prSet presAssocID="{5CA65AD9-95AA-46E0-ABCF-2991458DBC11}" presName="iconBgRect" presStyleLbl="bgShp" presStyleIdx="0" presStyleCnt="3"/>
      <dgm:spPr/>
    </dgm:pt>
    <dgm:pt modelId="{927AE1B0-1DCA-4E55-BE2F-98D3F3B9A081}" type="pres">
      <dgm:prSet presAssocID="{5CA65AD9-95AA-46E0-ABCF-2991458DBC1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EA5CC1C5-F8B1-4F7A-A3D6-23A0EE486080}" type="pres">
      <dgm:prSet presAssocID="{5CA65AD9-95AA-46E0-ABCF-2991458DBC11}" presName="spaceRect" presStyleCnt="0"/>
      <dgm:spPr/>
    </dgm:pt>
    <dgm:pt modelId="{B1C66B1C-1F9A-4DE7-8D06-917991CB4A6D}" type="pres">
      <dgm:prSet presAssocID="{5CA65AD9-95AA-46E0-ABCF-2991458DBC11}" presName="textRect" presStyleLbl="revTx" presStyleIdx="0" presStyleCnt="3">
        <dgm:presLayoutVars>
          <dgm:chMax val="1"/>
          <dgm:chPref val="1"/>
        </dgm:presLayoutVars>
      </dgm:prSet>
      <dgm:spPr/>
    </dgm:pt>
    <dgm:pt modelId="{093074CC-9883-4C2D-BF78-6DDE15CEC926}" type="pres">
      <dgm:prSet presAssocID="{879F4029-D998-4D7A-9F0B-B36483B33602}" presName="sibTrans" presStyleCnt="0"/>
      <dgm:spPr/>
    </dgm:pt>
    <dgm:pt modelId="{0968C187-68BA-4581-8B3B-B426C4E09A1F}" type="pres">
      <dgm:prSet presAssocID="{922F8F20-6DE6-49C0-A139-814F0B447EF1}" presName="compNode" presStyleCnt="0"/>
      <dgm:spPr/>
    </dgm:pt>
    <dgm:pt modelId="{2CFBC743-3427-4597-8670-9CA1BF99E68B}" type="pres">
      <dgm:prSet presAssocID="{922F8F20-6DE6-49C0-A139-814F0B447EF1}" presName="iconBgRect" presStyleLbl="bgShp" presStyleIdx="1" presStyleCnt="3"/>
      <dgm:spPr/>
    </dgm:pt>
    <dgm:pt modelId="{0B4BB8FB-205C-4035-A0D4-F0B1885CA1F5}" type="pres">
      <dgm:prSet presAssocID="{922F8F20-6DE6-49C0-A139-814F0B447EF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64D82BD5-2893-4B17-992C-D9843936DD35}" type="pres">
      <dgm:prSet presAssocID="{922F8F20-6DE6-49C0-A139-814F0B447EF1}" presName="spaceRect" presStyleCnt="0"/>
      <dgm:spPr/>
    </dgm:pt>
    <dgm:pt modelId="{85943EE5-B85F-4F93-B5D3-7D8035CCC602}" type="pres">
      <dgm:prSet presAssocID="{922F8F20-6DE6-49C0-A139-814F0B447EF1}" presName="textRect" presStyleLbl="revTx" presStyleIdx="1" presStyleCnt="3">
        <dgm:presLayoutVars>
          <dgm:chMax val="1"/>
          <dgm:chPref val="1"/>
        </dgm:presLayoutVars>
      </dgm:prSet>
      <dgm:spPr/>
    </dgm:pt>
    <dgm:pt modelId="{3DCEE28A-CBB3-4B80-8605-8613818E76F3}" type="pres">
      <dgm:prSet presAssocID="{9CD376EA-9055-4591-BE8D-30D594896E00}" presName="sibTrans" presStyleCnt="0"/>
      <dgm:spPr/>
    </dgm:pt>
    <dgm:pt modelId="{51CB5498-ED49-46B2-A5F3-5CB74F4BEE02}" type="pres">
      <dgm:prSet presAssocID="{0E6C6EF0-DE42-4313-A1EE-2681EBAAC0E5}" presName="compNode" presStyleCnt="0"/>
      <dgm:spPr/>
    </dgm:pt>
    <dgm:pt modelId="{B48A8C39-E5C7-420E-B2DE-EDF969453EA5}" type="pres">
      <dgm:prSet presAssocID="{0E6C6EF0-DE42-4313-A1EE-2681EBAAC0E5}" presName="iconBgRect" presStyleLbl="bgShp" presStyleIdx="2" presStyleCnt="3"/>
      <dgm:spPr/>
    </dgm:pt>
    <dgm:pt modelId="{AA6AD19A-76B2-4FC1-B852-4027C121FCEE}" type="pres">
      <dgm:prSet presAssocID="{0E6C6EF0-DE42-4313-A1EE-2681EBAAC0E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EAEEBBDE-A3A7-414A-AC49-2431CC33E89B}" type="pres">
      <dgm:prSet presAssocID="{0E6C6EF0-DE42-4313-A1EE-2681EBAAC0E5}" presName="spaceRect" presStyleCnt="0"/>
      <dgm:spPr/>
    </dgm:pt>
    <dgm:pt modelId="{7FFC4240-C629-486D-9688-544CF71A0B10}" type="pres">
      <dgm:prSet presAssocID="{0E6C6EF0-DE42-4313-A1EE-2681EBAAC0E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760D029-403E-411E-A6B5-3EE17B3F3CD0}" srcId="{D4B77FC2-50F1-4483-8458-05EC23E2A3B7}" destId="{922F8F20-6DE6-49C0-A139-814F0B447EF1}" srcOrd="1" destOrd="0" parTransId="{2020063D-8006-40DC-B970-C6E7329267C6}" sibTransId="{9CD376EA-9055-4591-BE8D-30D594896E00}"/>
    <dgm:cxn modelId="{4BAC532D-786B-453A-B6A4-1F037273B7C7}" type="presOf" srcId="{0E6C6EF0-DE42-4313-A1EE-2681EBAAC0E5}" destId="{7FFC4240-C629-486D-9688-544CF71A0B10}" srcOrd="0" destOrd="0" presId="urn:microsoft.com/office/officeart/2018/5/layout/IconCircleLabelList"/>
    <dgm:cxn modelId="{7FBBF136-3AF9-4438-936D-7F0A308FA5F2}" type="presOf" srcId="{5CA65AD9-95AA-46E0-ABCF-2991458DBC11}" destId="{B1C66B1C-1F9A-4DE7-8D06-917991CB4A6D}" srcOrd="0" destOrd="0" presId="urn:microsoft.com/office/officeart/2018/5/layout/IconCircleLabelList"/>
    <dgm:cxn modelId="{9629D276-D2BF-47A0-9983-48D092A8044E}" type="presOf" srcId="{D4B77FC2-50F1-4483-8458-05EC23E2A3B7}" destId="{15CABEFA-44C1-4243-A8A9-A4FD257BD578}" srcOrd="0" destOrd="0" presId="urn:microsoft.com/office/officeart/2018/5/layout/IconCircleLabelList"/>
    <dgm:cxn modelId="{A0FCE893-8942-4945-B9E6-44D52465E2FA}" srcId="{D4B77FC2-50F1-4483-8458-05EC23E2A3B7}" destId="{0E6C6EF0-DE42-4313-A1EE-2681EBAAC0E5}" srcOrd="2" destOrd="0" parTransId="{403E7F51-118F-4C5D-9DB2-953626D9088B}" sibTransId="{77D6FAC2-4D53-45BA-8C62-DDCBBC632B82}"/>
    <dgm:cxn modelId="{1A103B9C-BF7D-4DC0-AC32-0534FCBDC2F9}" type="presOf" srcId="{922F8F20-6DE6-49C0-A139-814F0B447EF1}" destId="{85943EE5-B85F-4F93-B5D3-7D8035CCC602}" srcOrd="0" destOrd="0" presId="urn:microsoft.com/office/officeart/2018/5/layout/IconCircleLabelList"/>
    <dgm:cxn modelId="{B8F00CE1-5ADB-4491-8941-DB5B3E3B6DCF}" srcId="{D4B77FC2-50F1-4483-8458-05EC23E2A3B7}" destId="{5CA65AD9-95AA-46E0-ABCF-2991458DBC11}" srcOrd="0" destOrd="0" parTransId="{E16BBE6E-AF08-4B1D-B8F5-BC079B7560D0}" sibTransId="{879F4029-D998-4D7A-9F0B-B36483B33602}"/>
    <dgm:cxn modelId="{111F5A87-416D-4670-A511-E45A8989949D}" type="presParOf" srcId="{15CABEFA-44C1-4243-A8A9-A4FD257BD578}" destId="{40BEF11C-E39F-45A9-8AD6-879A15696EB4}" srcOrd="0" destOrd="0" presId="urn:microsoft.com/office/officeart/2018/5/layout/IconCircleLabelList"/>
    <dgm:cxn modelId="{A2FD7A19-8862-4CA1-9F60-5364148AAC78}" type="presParOf" srcId="{40BEF11C-E39F-45A9-8AD6-879A15696EB4}" destId="{4CF68A0C-38FE-43DE-99E4-76C0C918CC36}" srcOrd="0" destOrd="0" presId="urn:microsoft.com/office/officeart/2018/5/layout/IconCircleLabelList"/>
    <dgm:cxn modelId="{1ECB5DB7-160E-4D5E-A023-55FD712E6956}" type="presParOf" srcId="{40BEF11C-E39F-45A9-8AD6-879A15696EB4}" destId="{927AE1B0-1DCA-4E55-BE2F-98D3F3B9A081}" srcOrd="1" destOrd="0" presId="urn:microsoft.com/office/officeart/2018/5/layout/IconCircleLabelList"/>
    <dgm:cxn modelId="{5AFDF5EB-7AB1-42CF-B0F2-60B4B11C2EF9}" type="presParOf" srcId="{40BEF11C-E39F-45A9-8AD6-879A15696EB4}" destId="{EA5CC1C5-F8B1-4F7A-A3D6-23A0EE486080}" srcOrd="2" destOrd="0" presId="urn:microsoft.com/office/officeart/2018/5/layout/IconCircleLabelList"/>
    <dgm:cxn modelId="{A31F9C38-5CCB-4BF7-9900-D477F7B924C4}" type="presParOf" srcId="{40BEF11C-E39F-45A9-8AD6-879A15696EB4}" destId="{B1C66B1C-1F9A-4DE7-8D06-917991CB4A6D}" srcOrd="3" destOrd="0" presId="urn:microsoft.com/office/officeart/2018/5/layout/IconCircleLabelList"/>
    <dgm:cxn modelId="{0F4FD8B0-0819-4D8B-BB3F-117E8B2E6EEE}" type="presParOf" srcId="{15CABEFA-44C1-4243-A8A9-A4FD257BD578}" destId="{093074CC-9883-4C2D-BF78-6DDE15CEC926}" srcOrd="1" destOrd="0" presId="urn:microsoft.com/office/officeart/2018/5/layout/IconCircleLabelList"/>
    <dgm:cxn modelId="{9F687E5F-6ACE-410D-A73C-FB83B4879C0E}" type="presParOf" srcId="{15CABEFA-44C1-4243-A8A9-A4FD257BD578}" destId="{0968C187-68BA-4581-8B3B-B426C4E09A1F}" srcOrd="2" destOrd="0" presId="urn:microsoft.com/office/officeart/2018/5/layout/IconCircleLabelList"/>
    <dgm:cxn modelId="{E4F49CA3-835C-451A-A0E8-2F911D132FB6}" type="presParOf" srcId="{0968C187-68BA-4581-8B3B-B426C4E09A1F}" destId="{2CFBC743-3427-4597-8670-9CA1BF99E68B}" srcOrd="0" destOrd="0" presId="urn:microsoft.com/office/officeart/2018/5/layout/IconCircleLabelList"/>
    <dgm:cxn modelId="{8B7B2019-CDA5-4529-844E-2D9FA928FB04}" type="presParOf" srcId="{0968C187-68BA-4581-8B3B-B426C4E09A1F}" destId="{0B4BB8FB-205C-4035-A0D4-F0B1885CA1F5}" srcOrd="1" destOrd="0" presId="urn:microsoft.com/office/officeart/2018/5/layout/IconCircleLabelList"/>
    <dgm:cxn modelId="{99D8508D-811B-47BE-9C74-FAA516D8202F}" type="presParOf" srcId="{0968C187-68BA-4581-8B3B-B426C4E09A1F}" destId="{64D82BD5-2893-4B17-992C-D9843936DD35}" srcOrd="2" destOrd="0" presId="urn:microsoft.com/office/officeart/2018/5/layout/IconCircleLabelList"/>
    <dgm:cxn modelId="{298AED60-E667-45D7-8DCA-1E3A04F913ED}" type="presParOf" srcId="{0968C187-68BA-4581-8B3B-B426C4E09A1F}" destId="{85943EE5-B85F-4F93-B5D3-7D8035CCC602}" srcOrd="3" destOrd="0" presId="urn:microsoft.com/office/officeart/2018/5/layout/IconCircleLabelList"/>
    <dgm:cxn modelId="{8B01FA51-567D-4AB3-86FA-DE20F9FD7BEE}" type="presParOf" srcId="{15CABEFA-44C1-4243-A8A9-A4FD257BD578}" destId="{3DCEE28A-CBB3-4B80-8605-8613818E76F3}" srcOrd="3" destOrd="0" presId="urn:microsoft.com/office/officeart/2018/5/layout/IconCircleLabelList"/>
    <dgm:cxn modelId="{3568CA6E-2285-43D0-9D6C-6A475B37D93C}" type="presParOf" srcId="{15CABEFA-44C1-4243-A8A9-A4FD257BD578}" destId="{51CB5498-ED49-46B2-A5F3-5CB74F4BEE02}" srcOrd="4" destOrd="0" presId="urn:microsoft.com/office/officeart/2018/5/layout/IconCircleLabelList"/>
    <dgm:cxn modelId="{F82BE53D-5C30-4F30-AA0E-190E64E5C4A9}" type="presParOf" srcId="{51CB5498-ED49-46B2-A5F3-5CB74F4BEE02}" destId="{B48A8C39-E5C7-420E-B2DE-EDF969453EA5}" srcOrd="0" destOrd="0" presId="urn:microsoft.com/office/officeart/2018/5/layout/IconCircleLabelList"/>
    <dgm:cxn modelId="{27196D5F-4511-4DE7-BF18-2D1D8735A232}" type="presParOf" srcId="{51CB5498-ED49-46B2-A5F3-5CB74F4BEE02}" destId="{AA6AD19A-76B2-4FC1-B852-4027C121FCEE}" srcOrd="1" destOrd="0" presId="urn:microsoft.com/office/officeart/2018/5/layout/IconCircleLabelList"/>
    <dgm:cxn modelId="{3AAF9BC6-5355-44EC-81F9-1E958BFAE000}" type="presParOf" srcId="{51CB5498-ED49-46B2-A5F3-5CB74F4BEE02}" destId="{EAEEBBDE-A3A7-414A-AC49-2431CC33E89B}" srcOrd="2" destOrd="0" presId="urn:microsoft.com/office/officeart/2018/5/layout/IconCircleLabelList"/>
    <dgm:cxn modelId="{95DFD283-BB3B-495C-A7EA-67DE3215E66B}" type="presParOf" srcId="{51CB5498-ED49-46B2-A5F3-5CB74F4BEE02}" destId="{7FFC4240-C629-486D-9688-544CF71A0B1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FA5158A-7028-4055-9A5C-51A59F912A18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BE69B946-2E8A-46F2-B0E7-2D5A697303B7}">
      <dgm:prSet/>
      <dgm:spPr/>
      <dgm:t>
        <a:bodyPr/>
        <a:lstStyle/>
        <a:p>
          <a:r>
            <a:rPr lang="en-US"/>
            <a:t>• Mondays–Wednesdays carry the highest meeting load</a:t>
          </a:r>
        </a:p>
      </dgm:t>
    </dgm:pt>
    <dgm:pt modelId="{74877081-D0E3-435B-96BB-0C2EE97854AF}" type="parTrans" cxnId="{71A78ACC-164C-4138-ABA6-124B5DD5F40D}">
      <dgm:prSet/>
      <dgm:spPr/>
      <dgm:t>
        <a:bodyPr/>
        <a:lstStyle/>
        <a:p>
          <a:endParaRPr lang="en-US"/>
        </a:p>
      </dgm:t>
    </dgm:pt>
    <dgm:pt modelId="{6423C062-7792-45C0-AE0F-4B508953385D}" type="sibTrans" cxnId="{71A78ACC-164C-4138-ABA6-124B5DD5F40D}">
      <dgm:prSet/>
      <dgm:spPr/>
      <dgm:t>
        <a:bodyPr/>
        <a:lstStyle/>
        <a:p>
          <a:endParaRPr lang="en-US"/>
        </a:p>
      </dgm:t>
    </dgm:pt>
    <dgm:pt modelId="{4C0C9408-01F3-4BD9-AAC6-FCAC25E54701}">
      <dgm:prSet/>
      <dgm:spPr/>
      <dgm:t>
        <a:bodyPr/>
        <a:lstStyle/>
        <a:p>
          <a:r>
            <a:rPr lang="en-US"/>
            <a:t>• Saturdays see occasional spikes</a:t>
          </a:r>
        </a:p>
      </dgm:t>
    </dgm:pt>
    <dgm:pt modelId="{7BB62327-7211-439E-A5FF-C0BD8AB40684}" type="parTrans" cxnId="{A5F6378D-DCE3-4492-B827-79D76C4DE3DB}">
      <dgm:prSet/>
      <dgm:spPr/>
      <dgm:t>
        <a:bodyPr/>
        <a:lstStyle/>
        <a:p>
          <a:endParaRPr lang="en-US"/>
        </a:p>
      </dgm:t>
    </dgm:pt>
    <dgm:pt modelId="{1F848C7B-89FF-4B8F-AA95-2623CDDB83E5}" type="sibTrans" cxnId="{A5F6378D-DCE3-4492-B827-79D76C4DE3DB}">
      <dgm:prSet/>
      <dgm:spPr/>
      <dgm:t>
        <a:bodyPr/>
        <a:lstStyle/>
        <a:p>
          <a:endParaRPr lang="en-US"/>
        </a:p>
      </dgm:t>
    </dgm:pt>
    <dgm:pt modelId="{5D45BA3E-A6EA-4765-A01F-C067717B4FA4}">
      <dgm:prSet/>
      <dgm:spPr/>
      <dgm:t>
        <a:bodyPr/>
        <a:lstStyle/>
        <a:p>
          <a:r>
            <a:rPr lang="en-US"/>
            <a:t>• Sundays remain intentionally low-volume</a:t>
          </a:r>
        </a:p>
      </dgm:t>
    </dgm:pt>
    <dgm:pt modelId="{09F593F4-9911-4DBB-951E-6E849CAC8715}" type="parTrans" cxnId="{B0014274-1C1F-4468-BF59-00F3F00843AC}">
      <dgm:prSet/>
      <dgm:spPr/>
      <dgm:t>
        <a:bodyPr/>
        <a:lstStyle/>
        <a:p>
          <a:endParaRPr lang="en-US"/>
        </a:p>
      </dgm:t>
    </dgm:pt>
    <dgm:pt modelId="{A17F0233-775E-4B30-8F67-9A0415F5A20B}" type="sibTrans" cxnId="{B0014274-1C1F-4468-BF59-00F3F00843AC}">
      <dgm:prSet/>
      <dgm:spPr/>
      <dgm:t>
        <a:bodyPr/>
        <a:lstStyle/>
        <a:p>
          <a:endParaRPr lang="en-US"/>
        </a:p>
      </dgm:t>
    </dgm:pt>
    <dgm:pt modelId="{B54CA7E5-12F4-45B9-9531-A25C9733D1A2}">
      <dgm:prSet/>
      <dgm:spPr/>
      <dgm:t>
        <a:bodyPr/>
        <a:lstStyle/>
        <a:p>
          <a:r>
            <a:rPr lang="en-US"/>
            <a:t>Predictable patterns enable proactive planning</a:t>
          </a:r>
        </a:p>
      </dgm:t>
    </dgm:pt>
    <dgm:pt modelId="{81C8EFF9-A53B-42E9-96D2-2ACDBD6494B0}" type="parTrans" cxnId="{300746D8-7142-48AF-8BAE-19F16ED94D19}">
      <dgm:prSet/>
      <dgm:spPr/>
      <dgm:t>
        <a:bodyPr/>
        <a:lstStyle/>
        <a:p>
          <a:endParaRPr lang="en-US"/>
        </a:p>
      </dgm:t>
    </dgm:pt>
    <dgm:pt modelId="{CF5E6F5D-CDE4-4BA0-BF7F-ED9EE071E19F}" type="sibTrans" cxnId="{300746D8-7142-48AF-8BAE-19F16ED94D19}">
      <dgm:prSet/>
      <dgm:spPr/>
      <dgm:t>
        <a:bodyPr/>
        <a:lstStyle/>
        <a:p>
          <a:endParaRPr lang="en-US"/>
        </a:p>
      </dgm:t>
    </dgm:pt>
    <dgm:pt modelId="{8971943B-DF1F-4AE8-A58B-DD20BDB1EF05}" type="pres">
      <dgm:prSet presAssocID="{8FA5158A-7028-4055-9A5C-51A59F912A18}" presName="root" presStyleCnt="0">
        <dgm:presLayoutVars>
          <dgm:dir/>
          <dgm:resizeHandles val="exact"/>
        </dgm:presLayoutVars>
      </dgm:prSet>
      <dgm:spPr/>
    </dgm:pt>
    <dgm:pt modelId="{F3916367-6CF4-45C4-A442-6EA5B03AC354}" type="pres">
      <dgm:prSet presAssocID="{BE69B946-2E8A-46F2-B0E7-2D5A697303B7}" presName="compNode" presStyleCnt="0"/>
      <dgm:spPr/>
    </dgm:pt>
    <dgm:pt modelId="{014990B1-6054-4719-88C7-279E6392FAD2}" type="pres">
      <dgm:prSet presAssocID="{BE69B946-2E8A-46F2-B0E7-2D5A697303B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"/>
        </a:ext>
      </dgm:extLst>
    </dgm:pt>
    <dgm:pt modelId="{7A7F9EF3-52A2-438D-8A56-CBA07D63025F}" type="pres">
      <dgm:prSet presAssocID="{BE69B946-2E8A-46F2-B0E7-2D5A697303B7}" presName="spaceRect" presStyleCnt="0"/>
      <dgm:spPr/>
    </dgm:pt>
    <dgm:pt modelId="{C84A9665-D4C0-4733-A792-381818A7C3FA}" type="pres">
      <dgm:prSet presAssocID="{BE69B946-2E8A-46F2-B0E7-2D5A697303B7}" presName="textRect" presStyleLbl="revTx" presStyleIdx="0" presStyleCnt="4">
        <dgm:presLayoutVars>
          <dgm:chMax val="1"/>
          <dgm:chPref val="1"/>
        </dgm:presLayoutVars>
      </dgm:prSet>
      <dgm:spPr/>
    </dgm:pt>
    <dgm:pt modelId="{51EABCEA-7A25-4286-89B8-F09FE16473F4}" type="pres">
      <dgm:prSet presAssocID="{6423C062-7792-45C0-AE0F-4B508953385D}" presName="sibTrans" presStyleCnt="0"/>
      <dgm:spPr/>
    </dgm:pt>
    <dgm:pt modelId="{FAB6F27D-DF53-4202-98CC-E692436C9D26}" type="pres">
      <dgm:prSet presAssocID="{4C0C9408-01F3-4BD9-AAC6-FCAC25E54701}" presName="compNode" presStyleCnt="0"/>
      <dgm:spPr/>
    </dgm:pt>
    <dgm:pt modelId="{C922CD71-821D-4E24-9ACD-F21D09C002EB}" type="pres">
      <dgm:prSet presAssocID="{4C0C9408-01F3-4BD9-AAC6-FCAC25E5470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rection"/>
        </a:ext>
      </dgm:extLst>
    </dgm:pt>
    <dgm:pt modelId="{C96BF14B-AEAB-47E1-ADB7-BF454167DA74}" type="pres">
      <dgm:prSet presAssocID="{4C0C9408-01F3-4BD9-AAC6-FCAC25E54701}" presName="spaceRect" presStyleCnt="0"/>
      <dgm:spPr/>
    </dgm:pt>
    <dgm:pt modelId="{815C5888-2170-47F2-AEB4-54592FA80A2F}" type="pres">
      <dgm:prSet presAssocID="{4C0C9408-01F3-4BD9-AAC6-FCAC25E54701}" presName="textRect" presStyleLbl="revTx" presStyleIdx="1" presStyleCnt="4">
        <dgm:presLayoutVars>
          <dgm:chMax val="1"/>
          <dgm:chPref val="1"/>
        </dgm:presLayoutVars>
      </dgm:prSet>
      <dgm:spPr/>
    </dgm:pt>
    <dgm:pt modelId="{7F89B34F-EDA0-4E27-9AE2-68EA3E777C1D}" type="pres">
      <dgm:prSet presAssocID="{1F848C7B-89FF-4B8F-AA95-2623CDDB83E5}" presName="sibTrans" presStyleCnt="0"/>
      <dgm:spPr/>
    </dgm:pt>
    <dgm:pt modelId="{C392141E-1971-48F0-BF1C-C10F568E743C}" type="pres">
      <dgm:prSet presAssocID="{5D45BA3E-A6EA-4765-A01F-C067717B4FA4}" presName="compNode" presStyleCnt="0"/>
      <dgm:spPr/>
    </dgm:pt>
    <dgm:pt modelId="{ACB9EBE9-FB33-4EF0-84F3-D312F4709797}" type="pres">
      <dgm:prSet presAssocID="{5D45BA3E-A6EA-4765-A01F-C067717B4FA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olume"/>
        </a:ext>
      </dgm:extLst>
    </dgm:pt>
    <dgm:pt modelId="{58BFD7D0-A736-4803-966F-33C3B320BE33}" type="pres">
      <dgm:prSet presAssocID="{5D45BA3E-A6EA-4765-A01F-C067717B4FA4}" presName="spaceRect" presStyleCnt="0"/>
      <dgm:spPr/>
    </dgm:pt>
    <dgm:pt modelId="{1C9C09BF-6C47-4E3E-B60E-13F2501DE14E}" type="pres">
      <dgm:prSet presAssocID="{5D45BA3E-A6EA-4765-A01F-C067717B4FA4}" presName="textRect" presStyleLbl="revTx" presStyleIdx="2" presStyleCnt="4">
        <dgm:presLayoutVars>
          <dgm:chMax val="1"/>
          <dgm:chPref val="1"/>
        </dgm:presLayoutVars>
      </dgm:prSet>
      <dgm:spPr/>
    </dgm:pt>
    <dgm:pt modelId="{34F098FC-D917-46A8-9271-12AF83801326}" type="pres">
      <dgm:prSet presAssocID="{A17F0233-775E-4B30-8F67-9A0415F5A20B}" presName="sibTrans" presStyleCnt="0"/>
      <dgm:spPr/>
    </dgm:pt>
    <dgm:pt modelId="{92D1E2AE-9E20-46CF-AA2F-099A6FDCCD07}" type="pres">
      <dgm:prSet presAssocID="{B54CA7E5-12F4-45B9-9531-A25C9733D1A2}" presName="compNode" presStyleCnt="0"/>
      <dgm:spPr/>
    </dgm:pt>
    <dgm:pt modelId="{DF790BB4-A114-4F88-AA5C-5343FE65FB21}" type="pres">
      <dgm:prSet presAssocID="{B54CA7E5-12F4-45B9-9531-A25C9733D1A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996A4FF5-E6A0-42C0-995B-D058168C9666}" type="pres">
      <dgm:prSet presAssocID="{B54CA7E5-12F4-45B9-9531-A25C9733D1A2}" presName="spaceRect" presStyleCnt="0"/>
      <dgm:spPr/>
    </dgm:pt>
    <dgm:pt modelId="{C35CD2F0-F38E-4CFA-824C-DDF36C0A80D9}" type="pres">
      <dgm:prSet presAssocID="{B54CA7E5-12F4-45B9-9531-A25C9733D1A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C4CBF06-CA08-432C-9828-227904E4FA84}" type="presOf" srcId="{BE69B946-2E8A-46F2-B0E7-2D5A697303B7}" destId="{C84A9665-D4C0-4733-A792-381818A7C3FA}" srcOrd="0" destOrd="0" presId="urn:microsoft.com/office/officeart/2018/2/layout/IconLabelList"/>
    <dgm:cxn modelId="{8C5FCE0E-5497-46EF-A611-7606265A84AA}" type="presOf" srcId="{B54CA7E5-12F4-45B9-9531-A25C9733D1A2}" destId="{C35CD2F0-F38E-4CFA-824C-DDF36C0A80D9}" srcOrd="0" destOrd="0" presId="urn:microsoft.com/office/officeart/2018/2/layout/IconLabelList"/>
    <dgm:cxn modelId="{CE5C806F-7413-47C3-8EA5-F3D19FA7281E}" type="presOf" srcId="{4C0C9408-01F3-4BD9-AAC6-FCAC25E54701}" destId="{815C5888-2170-47F2-AEB4-54592FA80A2F}" srcOrd="0" destOrd="0" presId="urn:microsoft.com/office/officeart/2018/2/layout/IconLabelList"/>
    <dgm:cxn modelId="{B0014274-1C1F-4468-BF59-00F3F00843AC}" srcId="{8FA5158A-7028-4055-9A5C-51A59F912A18}" destId="{5D45BA3E-A6EA-4765-A01F-C067717B4FA4}" srcOrd="2" destOrd="0" parTransId="{09F593F4-9911-4DBB-951E-6E849CAC8715}" sibTransId="{A17F0233-775E-4B30-8F67-9A0415F5A20B}"/>
    <dgm:cxn modelId="{E0327982-E460-4174-B872-B57057E13ABB}" type="presOf" srcId="{8FA5158A-7028-4055-9A5C-51A59F912A18}" destId="{8971943B-DF1F-4AE8-A58B-DD20BDB1EF05}" srcOrd="0" destOrd="0" presId="urn:microsoft.com/office/officeart/2018/2/layout/IconLabelList"/>
    <dgm:cxn modelId="{A5F6378D-DCE3-4492-B827-79D76C4DE3DB}" srcId="{8FA5158A-7028-4055-9A5C-51A59F912A18}" destId="{4C0C9408-01F3-4BD9-AAC6-FCAC25E54701}" srcOrd="1" destOrd="0" parTransId="{7BB62327-7211-439E-A5FF-C0BD8AB40684}" sibTransId="{1F848C7B-89FF-4B8F-AA95-2623CDDB83E5}"/>
    <dgm:cxn modelId="{71A78ACC-164C-4138-ABA6-124B5DD5F40D}" srcId="{8FA5158A-7028-4055-9A5C-51A59F912A18}" destId="{BE69B946-2E8A-46F2-B0E7-2D5A697303B7}" srcOrd="0" destOrd="0" parTransId="{74877081-D0E3-435B-96BB-0C2EE97854AF}" sibTransId="{6423C062-7792-45C0-AE0F-4B508953385D}"/>
    <dgm:cxn modelId="{300746D8-7142-48AF-8BAE-19F16ED94D19}" srcId="{8FA5158A-7028-4055-9A5C-51A59F912A18}" destId="{B54CA7E5-12F4-45B9-9531-A25C9733D1A2}" srcOrd="3" destOrd="0" parTransId="{81C8EFF9-A53B-42E9-96D2-2ACDBD6494B0}" sibTransId="{CF5E6F5D-CDE4-4BA0-BF7F-ED9EE071E19F}"/>
    <dgm:cxn modelId="{69CF98F2-A53F-4F08-81B3-A6BD8D51DE0A}" type="presOf" srcId="{5D45BA3E-A6EA-4765-A01F-C067717B4FA4}" destId="{1C9C09BF-6C47-4E3E-B60E-13F2501DE14E}" srcOrd="0" destOrd="0" presId="urn:microsoft.com/office/officeart/2018/2/layout/IconLabelList"/>
    <dgm:cxn modelId="{84AED35C-76C1-4995-A784-A76F15CAD76D}" type="presParOf" srcId="{8971943B-DF1F-4AE8-A58B-DD20BDB1EF05}" destId="{F3916367-6CF4-45C4-A442-6EA5B03AC354}" srcOrd="0" destOrd="0" presId="urn:microsoft.com/office/officeart/2018/2/layout/IconLabelList"/>
    <dgm:cxn modelId="{93895BC0-CC0A-4BCD-9A5D-308E0FAC5BD4}" type="presParOf" srcId="{F3916367-6CF4-45C4-A442-6EA5B03AC354}" destId="{014990B1-6054-4719-88C7-279E6392FAD2}" srcOrd="0" destOrd="0" presId="urn:microsoft.com/office/officeart/2018/2/layout/IconLabelList"/>
    <dgm:cxn modelId="{A04A14E1-573D-479C-8152-0542477A1289}" type="presParOf" srcId="{F3916367-6CF4-45C4-A442-6EA5B03AC354}" destId="{7A7F9EF3-52A2-438D-8A56-CBA07D63025F}" srcOrd="1" destOrd="0" presId="urn:microsoft.com/office/officeart/2018/2/layout/IconLabelList"/>
    <dgm:cxn modelId="{DBC95149-D498-4BFF-931C-E84D7FBE0C2C}" type="presParOf" srcId="{F3916367-6CF4-45C4-A442-6EA5B03AC354}" destId="{C84A9665-D4C0-4733-A792-381818A7C3FA}" srcOrd="2" destOrd="0" presId="urn:microsoft.com/office/officeart/2018/2/layout/IconLabelList"/>
    <dgm:cxn modelId="{D93547AA-8BDE-41E7-85D4-CBAA838CB4CB}" type="presParOf" srcId="{8971943B-DF1F-4AE8-A58B-DD20BDB1EF05}" destId="{51EABCEA-7A25-4286-89B8-F09FE16473F4}" srcOrd="1" destOrd="0" presId="urn:microsoft.com/office/officeart/2018/2/layout/IconLabelList"/>
    <dgm:cxn modelId="{1182B1AC-1E8D-427D-9FA7-F65258F537F3}" type="presParOf" srcId="{8971943B-DF1F-4AE8-A58B-DD20BDB1EF05}" destId="{FAB6F27D-DF53-4202-98CC-E692436C9D26}" srcOrd="2" destOrd="0" presId="urn:microsoft.com/office/officeart/2018/2/layout/IconLabelList"/>
    <dgm:cxn modelId="{C0728604-1167-40CF-8B49-1E383B770D04}" type="presParOf" srcId="{FAB6F27D-DF53-4202-98CC-E692436C9D26}" destId="{C922CD71-821D-4E24-9ACD-F21D09C002EB}" srcOrd="0" destOrd="0" presId="urn:microsoft.com/office/officeart/2018/2/layout/IconLabelList"/>
    <dgm:cxn modelId="{8B6423BE-97C1-448C-85D8-C414F20C11D0}" type="presParOf" srcId="{FAB6F27D-DF53-4202-98CC-E692436C9D26}" destId="{C96BF14B-AEAB-47E1-ADB7-BF454167DA74}" srcOrd="1" destOrd="0" presId="urn:microsoft.com/office/officeart/2018/2/layout/IconLabelList"/>
    <dgm:cxn modelId="{06FEA5DE-53D1-42AB-8E7A-B19C2B5F2B84}" type="presParOf" srcId="{FAB6F27D-DF53-4202-98CC-E692436C9D26}" destId="{815C5888-2170-47F2-AEB4-54592FA80A2F}" srcOrd="2" destOrd="0" presId="urn:microsoft.com/office/officeart/2018/2/layout/IconLabelList"/>
    <dgm:cxn modelId="{AFFCEEBA-CE37-4F06-B43E-40364A83206A}" type="presParOf" srcId="{8971943B-DF1F-4AE8-A58B-DD20BDB1EF05}" destId="{7F89B34F-EDA0-4E27-9AE2-68EA3E777C1D}" srcOrd="3" destOrd="0" presId="urn:microsoft.com/office/officeart/2018/2/layout/IconLabelList"/>
    <dgm:cxn modelId="{C29F18E4-74A3-4105-9A6C-E7688AC3A92E}" type="presParOf" srcId="{8971943B-DF1F-4AE8-A58B-DD20BDB1EF05}" destId="{C392141E-1971-48F0-BF1C-C10F568E743C}" srcOrd="4" destOrd="0" presId="urn:microsoft.com/office/officeart/2018/2/layout/IconLabelList"/>
    <dgm:cxn modelId="{01971DDB-9F84-4DA3-AD98-7139125C4CF6}" type="presParOf" srcId="{C392141E-1971-48F0-BF1C-C10F568E743C}" destId="{ACB9EBE9-FB33-4EF0-84F3-D312F4709797}" srcOrd="0" destOrd="0" presId="urn:microsoft.com/office/officeart/2018/2/layout/IconLabelList"/>
    <dgm:cxn modelId="{BE1C26AE-9DA0-4E4A-B391-ED18F213F90C}" type="presParOf" srcId="{C392141E-1971-48F0-BF1C-C10F568E743C}" destId="{58BFD7D0-A736-4803-966F-33C3B320BE33}" srcOrd="1" destOrd="0" presId="urn:microsoft.com/office/officeart/2018/2/layout/IconLabelList"/>
    <dgm:cxn modelId="{C04FCD5F-E847-4CEB-8F87-B3EA78C95788}" type="presParOf" srcId="{C392141E-1971-48F0-BF1C-C10F568E743C}" destId="{1C9C09BF-6C47-4E3E-B60E-13F2501DE14E}" srcOrd="2" destOrd="0" presId="urn:microsoft.com/office/officeart/2018/2/layout/IconLabelList"/>
    <dgm:cxn modelId="{53CF169F-3C9B-4A17-921D-61DDCD4CD321}" type="presParOf" srcId="{8971943B-DF1F-4AE8-A58B-DD20BDB1EF05}" destId="{34F098FC-D917-46A8-9271-12AF83801326}" srcOrd="5" destOrd="0" presId="urn:microsoft.com/office/officeart/2018/2/layout/IconLabelList"/>
    <dgm:cxn modelId="{F91EF100-48A3-4D18-A8E6-A1F769A37EAD}" type="presParOf" srcId="{8971943B-DF1F-4AE8-A58B-DD20BDB1EF05}" destId="{92D1E2AE-9E20-46CF-AA2F-099A6FDCCD07}" srcOrd="6" destOrd="0" presId="urn:microsoft.com/office/officeart/2018/2/layout/IconLabelList"/>
    <dgm:cxn modelId="{AA672467-1265-4422-ADD4-E2E2845C9E96}" type="presParOf" srcId="{92D1E2AE-9E20-46CF-AA2F-099A6FDCCD07}" destId="{DF790BB4-A114-4F88-AA5C-5343FE65FB21}" srcOrd="0" destOrd="0" presId="urn:microsoft.com/office/officeart/2018/2/layout/IconLabelList"/>
    <dgm:cxn modelId="{17DC36F0-E496-43E3-BA1E-4CBC69DCC8A2}" type="presParOf" srcId="{92D1E2AE-9E20-46CF-AA2F-099A6FDCCD07}" destId="{996A4FF5-E6A0-42C0-995B-D058168C9666}" srcOrd="1" destOrd="0" presId="urn:microsoft.com/office/officeart/2018/2/layout/IconLabelList"/>
    <dgm:cxn modelId="{D4FC0696-A65E-4F47-B675-DBBE84E5BCF0}" type="presParOf" srcId="{92D1E2AE-9E20-46CF-AA2F-099A6FDCCD07}" destId="{C35CD2F0-F38E-4CFA-824C-DDF36C0A80D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C433371-F85C-40B7-BC70-1E4539A98068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3715F94-AA73-4B39-A6CA-A2E26530E412}">
      <dgm:prSet/>
      <dgm:spPr/>
      <dgm:t>
        <a:bodyPr/>
        <a:lstStyle/>
        <a:p>
          <a:r>
            <a:rPr lang="en-US" dirty="0"/>
            <a:t>Volume increases mid-year and year-end</a:t>
          </a:r>
        </a:p>
      </dgm:t>
    </dgm:pt>
    <dgm:pt modelId="{90D996A0-A2F6-4848-80A3-877EB762DB05}" type="parTrans" cxnId="{323EF47E-AD1C-4355-BBF3-F7C5D9A62648}">
      <dgm:prSet/>
      <dgm:spPr/>
      <dgm:t>
        <a:bodyPr/>
        <a:lstStyle/>
        <a:p>
          <a:endParaRPr lang="en-US"/>
        </a:p>
      </dgm:t>
    </dgm:pt>
    <dgm:pt modelId="{1BE36E90-FE3D-43C4-A650-AE9D31136AAF}" type="sibTrans" cxnId="{323EF47E-AD1C-4355-BBF3-F7C5D9A62648}">
      <dgm:prSet/>
      <dgm:spPr/>
      <dgm:t>
        <a:bodyPr/>
        <a:lstStyle/>
        <a:p>
          <a:endParaRPr lang="en-US"/>
        </a:p>
      </dgm:t>
    </dgm:pt>
    <dgm:pt modelId="{F091CD75-880B-494E-BC37-4A5C5D7FE709}">
      <dgm:prSet/>
      <dgm:spPr/>
      <dgm:t>
        <a:bodyPr/>
        <a:lstStyle/>
        <a:p>
          <a:r>
            <a:rPr lang="en-US" dirty="0"/>
            <a:t>January starts lighter but ramps quickly</a:t>
          </a:r>
        </a:p>
      </dgm:t>
    </dgm:pt>
    <dgm:pt modelId="{15F9816E-C8CE-4530-AEB6-9B53A94D398C}" type="parTrans" cxnId="{296FEF46-34D0-4BEF-BF5F-E71E3887482C}">
      <dgm:prSet/>
      <dgm:spPr/>
      <dgm:t>
        <a:bodyPr/>
        <a:lstStyle/>
        <a:p>
          <a:endParaRPr lang="en-US"/>
        </a:p>
      </dgm:t>
    </dgm:pt>
    <dgm:pt modelId="{A15D385B-0838-4B10-9AAA-BA5E39BA90B3}" type="sibTrans" cxnId="{296FEF46-34D0-4BEF-BF5F-E71E3887482C}">
      <dgm:prSet/>
      <dgm:spPr/>
      <dgm:t>
        <a:bodyPr/>
        <a:lstStyle/>
        <a:p>
          <a:endParaRPr lang="en-US"/>
        </a:p>
      </dgm:t>
    </dgm:pt>
    <dgm:pt modelId="{564B102D-26A1-438C-8B33-F9499BDF33DD}">
      <dgm:prSet/>
      <dgm:spPr/>
      <dgm:t>
        <a:bodyPr/>
        <a:lstStyle/>
        <a:p>
          <a:r>
            <a:rPr lang="en-US"/>
            <a:t>Early workload balancing prevents future bottlenecks</a:t>
          </a:r>
        </a:p>
      </dgm:t>
    </dgm:pt>
    <dgm:pt modelId="{50D2412D-DEC6-446A-9174-361185911D39}" type="parTrans" cxnId="{5BB7A15B-603C-427F-9064-C219195E8E09}">
      <dgm:prSet/>
      <dgm:spPr/>
      <dgm:t>
        <a:bodyPr/>
        <a:lstStyle/>
        <a:p>
          <a:endParaRPr lang="en-US"/>
        </a:p>
      </dgm:t>
    </dgm:pt>
    <dgm:pt modelId="{4C620D18-EACD-4898-8E75-6AE9BF9D790C}" type="sibTrans" cxnId="{5BB7A15B-603C-427F-9064-C219195E8E09}">
      <dgm:prSet/>
      <dgm:spPr/>
      <dgm:t>
        <a:bodyPr/>
        <a:lstStyle/>
        <a:p>
          <a:endParaRPr lang="en-US"/>
        </a:p>
      </dgm:t>
    </dgm:pt>
    <dgm:pt modelId="{170B6272-069E-4029-B823-4A483E654946}" type="pres">
      <dgm:prSet presAssocID="{EC433371-F85C-40B7-BC70-1E4539A98068}" presName="linear" presStyleCnt="0">
        <dgm:presLayoutVars>
          <dgm:animLvl val="lvl"/>
          <dgm:resizeHandles val="exact"/>
        </dgm:presLayoutVars>
      </dgm:prSet>
      <dgm:spPr/>
    </dgm:pt>
    <dgm:pt modelId="{D2BD0DEA-F4E0-4895-AD2B-0E7E77BEC7FA}" type="pres">
      <dgm:prSet presAssocID="{A3715F94-AA73-4B39-A6CA-A2E26530E41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6D68157-BEDC-4CEC-B5CB-6EF61BD16019}" type="pres">
      <dgm:prSet presAssocID="{1BE36E90-FE3D-43C4-A650-AE9D31136AAF}" presName="spacer" presStyleCnt="0"/>
      <dgm:spPr/>
    </dgm:pt>
    <dgm:pt modelId="{3C72E773-7500-4D0C-BD17-2C02CC9BEE03}" type="pres">
      <dgm:prSet presAssocID="{F091CD75-880B-494E-BC37-4A5C5D7FE70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949615A-C35E-4240-B9AD-A0CF8A107AE6}" type="pres">
      <dgm:prSet presAssocID="{A15D385B-0838-4B10-9AAA-BA5E39BA90B3}" presName="spacer" presStyleCnt="0"/>
      <dgm:spPr/>
    </dgm:pt>
    <dgm:pt modelId="{464DE62D-FBC3-4CDC-B481-E49830140294}" type="pres">
      <dgm:prSet presAssocID="{564B102D-26A1-438C-8B33-F9499BDF33DD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A8005321-1D6E-47FA-B58B-C6DB6113FD8A}" type="presOf" srcId="{EC433371-F85C-40B7-BC70-1E4539A98068}" destId="{170B6272-069E-4029-B823-4A483E654946}" srcOrd="0" destOrd="0" presId="urn:microsoft.com/office/officeart/2005/8/layout/vList2"/>
    <dgm:cxn modelId="{12D3C23B-02CA-4B70-B164-DADA28DD6EA6}" type="presOf" srcId="{A3715F94-AA73-4B39-A6CA-A2E26530E412}" destId="{D2BD0DEA-F4E0-4895-AD2B-0E7E77BEC7FA}" srcOrd="0" destOrd="0" presId="urn:microsoft.com/office/officeart/2005/8/layout/vList2"/>
    <dgm:cxn modelId="{5BB7A15B-603C-427F-9064-C219195E8E09}" srcId="{EC433371-F85C-40B7-BC70-1E4539A98068}" destId="{564B102D-26A1-438C-8B33-F9499BDF33DD}" srcOrd="2" destOrd="0" parTransId="{50D2412D-DEC6-446A-9174-361185911D39}" sibTransId="{4C620D18-EACD-4898-8E75-6AE9BF9D790C}"/>
    <dgm:cxn modelId="{296FEF46-34D0-4BEF-BF5F-E71E3887482C}" srcId="{EC433371-F85C-40B7-BC70-1E4539A98068}" destId="{F091CD75-880B-494E-BC37-4A5C5D7FE709}" srcOrd="1" destOrd="0" parTransId="{15F9816E-C8CE-4530-AEB6-9B53A94D398C}" sibTransId="{A15D385B-0838-4B10-9AAA-BA5E39BA90B3}"/>
    <dgm:cxn modelId="{323EF47E-AD1C-4355-BBF3-F7C5D9A62648}" srcId="{EC433371-F85C-40B7-BC70-1E4539A98068}" destId="{A3715F94-AA73-4B39-A6CA-A2E26530E412}" srcOrd="0" destOrd="0" parTransId="{90D996A0-A2F6-4848-80A3-877EB762DB05}" sibTransId="{1BE36E90-FE3D-43C4-A650-AE9D31136AAF}"/>
    <dgm:cxn modelId="{109F759D-F5EE-4846-BFCB-EBE0A377E918}" type="presOf" srcId="{564B102D-26A1-438C-8B33-F9499BDF33DD}" destId="{464DE62D-FBC3-4CDC-B481-E49830140294}" srcOrd="0" destOrd="0" presId="urn:microsoft.com/office/officeart/2005/8/layout/vList2"/>
    <dgm:cxn modelId="{186327C5-4212-489F-A1AE-3DC4A1F57BF5}" type="presOf" srcId="{F091CD75-880B-494E-BC37-4A5C5D7FE709}" destId="{3C72E773-7500-4D0C-BD17-2C02CC9BEE03}" srcOrd="0" destOrd="0" presId="urn:microsoft.com/office/officeart/2005/8/layout/vList2"/>
    <dgm:cxn modelId="{61FC4BAE-A833-44E6-A15E-01CE4A27EB36}" type="presParOf" srcId="{170B6272-069E-4029-B823-4A483E654946}" destId="{D2BD0DEA-F4E0-4895-AD2B-0E7E77BEC7FA}" srcOrd="0" destOrd="0" presId="urn:microsoft.com/office/officeart/2005/8/layout/vList2"/>
    <dgm:cxn modelId="{48685511-84F6-45BC-B82B-AE2A3395DDCB}" type="presParOf" srcId="{170B6272-069E-4029-B823-4A483E654946}" destId="{76D68157-BEDC-4CEC-B5CB-6EF61BD16019}" srcOrd="1" destOrd="0" presId="urn:microsoft.com/office/officeart/2005/8/layout/vList2"/>
    <dgm:cxn modelId="{D8581E52-443C-4C32-8CB4-42007E2D485C}" type="presParOf" srcId="{170B6272-069E-4029-B823-4A483E654946}" destId="{3C72E773-7500-4D0C-BD17-2C02CC9BEE03}" srcOrd="2" destOrd="0" presId="urn:microsoft.com/office/officeart/2005/8/layout/vList2"/>
    <dgm:cxn modelId="{13707254-CEDB-4DD2-A00D-387F789DB179}" type="presParOf" srcId="{170B6272-069E-4029-B823-4A483E654946}" destId="{3949615A-C35E-4240-B9AD-A0CF8A107AE6}" srcOrd="3" destOrd="0" presId="urn:microsoft.com/office/officeart/2005/8/layout/vList2"/>
    <dgm:cxn modelId="{B746B427-4C1F-4F1E-8501-87ADA29BDA0D}" type="presParOf" srcId="{170B6272-069E-4029-B823-4A483E654946}" destId="{464DE62D-FBC3-4CDC-B481-E49830140294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588AE93-733C-4E95-9720-4E5164E912BB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4E74FD45-1904-4E14-9B3B-C9DF9C928676}">
      <dgm:prSet/>
      <dgm:spPr/>
      <dgm:t>
        <a:bodyPr/>
        <a:lstStyle/>
        <a:p>
          <a:r>
            <a:rPr lang="en-US"/>
            <a:t>• Spread flexible meetings across weekdays</a:t>
          </a:r>
        </a:p>
      </dgm:t>
    </dgm:pt>
    <dgm:pt modelId="{B453A331-9BED-462C-9E50-8A941192C1B0}" type="parTrans" cxnId="{22654281-08C0-485D-8B8B-CBBF60AF0C78}">
      <dgm:prSet/>
      <dgm:spPr/>
      <dgm:t>
        <a:bodyPr/>
        <a:lstStyle/>
        <a:p>
          <a:endParaRPr lang="en-US"/>
        </a:p>
      </dgm:t>
    </dgm:pt>
    <dgm:pt modelId="{35B8A6B2-FEC1-44FE-B32C-A1EFE232E48D}" type="sibTrans" cxnId="{22654281-08C0-485D-8B8B-CBBF60AF0C78}">
      <dgm:prSet/>
      <dgm:spPr/>
      <dgm:t>
        <a:bodyPr/>
        <a:lstStyle/>
        <a:p>
          <a:endParaRPr lang="en-US"/>
        </a:p>
      </dgm:t>
    </dgm:pt>
    <dgm:pt modelId="{C40FC4C9-9617-49C9-B157-12A1BF4FF6B1}">
      <dgm:prSet/>
      <dgm:spPr/>
      <dgm:t>
        <a:bodyPr/>
        <a:lstStyle/>
        <a:p>
          <a:r>
            <a:rPr lang="en-US"/>
            <a:t>• Flag high-volume meetings earlier</a:t>
          </a:r>
        </a:p>
      </dgm:t>
    </dgm:pt>
    <dgm:pt modelId="{0B092CF2-4A02-40D3-9374-D8BB7028FA0A}" type="parTrans" cxnId="{5B779775-227E-474B-A5A7-F233623DA4DF}">
      <dgm:prSet/>
      <dgm:spPr/>
      <dgm:t>
        <a:bodyPr/>
        <a:lstStyle/>
        <a:p>
          <a:endParaRPr lang="en-US"/>
        </a:p>
      </dgm:t>
    </dgm:pt>
    <dgm:pt modelId="{8A959E20-C7B5-4CE9-AFA1-D75137A5F9DA}" type="sibTrans" cxnId="{5B779775-227E-474B-A5A7-F233623DA4DF}">
      <dgm:prSet/>
      <dgm:spPr/>
      <dgm:t>
        <a:bodyPr/>
        <a:lstStyle/>
        <a:p>
          <a:endParaRPr lang="en-US"/>
        </a:p>
      </dgm:t>
    </dgm:pt>
    <dgm:pt modelId="{D75DAB7D-8BF7-45F9-8096-1282890D998F}">
      <dgm:prSet/>
      <dgm:spPr/>
      <dgm:t>
        <a:bodyPr/>
        <a:lstStyle/>
        <a:p>
          <a:r>
            <a:rPr lang="en-US"/>
            <a:t>• Preserve buffers ahead of peak periods</a:t>
          </a:r>
        </a:p>
      </dgm:t>
    </dgm:pt>
    <dgm:pt modelId="{44969D6B-E2AE-4F4D-AC7F-924DABBA2F51}" type="parTrans" cxnId="{505E7EBB-2815-4C3F-BBCF-A4598D513F77}">
      <dgm:prSet/>
      <dgm:spPr/>
      <dgm:t>
        <a:bodyPr/>
        <a:lstStyle/>
        <a:p>
          <a:endParaRPr lang="en-US"/>
        </a:p>
      </dgm:t>
    </dgm:pt>
    <dgm:pt modelId="{05A5F233-9CDF-4391-9EF0-4C2F42AF7AF4}" type="sibTrans" cxnId="{505E7EBB-2815-4C3F-BBCF-A4598D513F77}">
      <dgm:prSet/>
      <dgm:spPr/>
      <dgm:t>
        <a:bodyPr/>
        <a:lstStyle/>
        <a:p>
          <a:endParaRPr lang="en-US"/>
        </a:p>
      </dgm:t>
    </dgm:pt>
    <dgm:pt modelId="{1DD2F54F-6042-4DCD-9F7A-AF81DC367B19}">
      <dgm:prSet/>
      <dgm:spPr/>
      <dgm:t>
        <a:bodyPr/>
        <a:lstStyle/>
        <a:p>
          <a:r>
            <a:rPr lang="en-US"/>
            <a:t>• Continue effective prioritization practices</a:t>
          </a:r>
        </a:p>
      </dgm:t>
    </dgm:pt>
    <dgm:pt modelId="{E656BAD3-881A-4BAA-8ECD-E602D68EAD7B}" type="parTrans" cxnId="{59DAA7CE-B49E-4017-99C7-8906253CB149}">
      <dgm:prSet/>
      <dgm:spPr/>
      <dgm:t>
        <a:bodyPr/>
        <a:lstStyle/>
        <a:p>
          <a:endParaRPr lang="en-US"/>
        </a:p>
      </dgm:t>
    </dgm:pt>
    <dgm:pt modelId="{88A6D449-E1C3-4C09-9D87-04A3407B96CA}" type="sibTrans" cxnId="{59DAA7CE-B49E-4017-99C7-8906253CB149}">
      <dgm:prSet/>
      <dgm:spPr/>
      <dgm:t>
        <a:bodyPr/>
        <a:lstStyle/>
        <a:p>
          <a:endParaRPr lang="en-US"/>
        </a:p>
      </dgm:t>
    </dgm:pt>
    <dgm:pt modelId="{CD3B6EE3-FDB2-41EB-A1E0-CC2105763E02}">
      <dgm:prSet/>
      <dgm:spPr/>
      <dgm:t>
        <a:bodyPr/>
        <a:lstStyle/>
        <a:p>
          <a:r>
            <a:rPr lang="en-US"/>
            <a:t>Strong performance today enables sustainable success</a:t>
          </a:r>
        </a:p>
      </dgm:t>
    </dgm:pt>
    <dgm:pt modelId="{0B50C09C-E1A3-4000-A142-AF18B4512BDF}" type="parTrans" cxnId="{6BB4A04E-A39B-4926-9623-FBB4014C4202}">
      <dgm:prSet/>
      <dgm:spPr/>
      <dgm:t>
        <a:bodyPr/>
        <a:lstStyle/>
        <a:p>
          <a:endParaRPr lang="en-US"/>
        </a:p>
      </dgm:t>
    </dgm:pt>
    <dgm:pt modelId="{5C7E6921-5DD5-4155-B6C6-2D23E4F3722B}" type="sibTrans" cxnId="{6BB4A04E-A39B-4926-9623-FBB4014C4202}">
      <dgm:prSet/>
      <dgm:spPr/>
      <dgm:t>
        <a:bodyPr/>
        <a:lstStyle/>
        <a:p>
          <a:endParaRPr lang="en-US"/>
        </a:p>
      </dgm:t>
    </dgm:pt>
    <dgm:pt modelId="{1B0A703B-E04D-4FE1-A6C3-E46E7E452C18}" type="pres">
      <dgm:prSet presAssocID="{B588AE93-733C-4E95-9720-4E5164E912BB}" presName="root" presStyleCnt="0">
        <dgm:presLayoutVars>
          <dgm:dir/>
          <dgm:resizeHandles val="exact"/>
        </dgm:presLayoutVars>
      </dgm:prSet>
      <dgm:spPr/>
    </dgm:pt>
    <dgm:pt modelId="{B254A3A3-3AA8-4077-B32D-AE063BB78934}" type="pres">
      <dgm:prSet presAssocID="{B588AE93-733C-4E95-9720-4E5164E912BB}" presName="container" presStyleCnt="0">
        <dgm:presLayoutVars>
          <dgm:dir/>
          <dgm:resizeHandles val="exact"/>
        </dgm:presLayoutVars>
      </dgm:prSet>
      <dgm:spPr/>
    </dgm:pt>
    <dgm:pt modelId="{240A2010-5703-4461-90E1-9DD3D1583ABC}" type="pres">
      <dgm:prSet presAssocID="{4E74FD45-1904-4E14-9B3B-C9DF9C928676}" presName="compNode" presStyleCnt="0"/>
      <dgm:spPr/>
    </dgm:pt>
    <dgm:pt modelId="{5AD29D82-A5BF-4860-A915-D2B8AE46658A}" type="pres">
      <dgm:prSet presAssocID="{4E74FD45-1904-4E14-9B3B-C9DF9C928676}" presName="iconBgRect" presStyleLbl="bgShp" presStyleIdx="0" presStyleCnt="5"/>
      <dgm:spPr/>
    </dgm:pt>
    <dgm:pt modelId="{F3C0ECC3-4B1F-46DB-A164-E6CE86C69ED4}" type="pres">
      <dgm:prSet presAssocID="{4E74FD45-1904-4E14-9B3B-C9DF9C928676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FC628B9C-F65D-47A3-BE38-DC5648D4CAA8}" type="pres">
      <dgm:prSet presAssocID="{4E74FD45-1904-4E14-9B3B-C9DF9C928676}" presName="spaceRect" presStyleCnt="0"/>
      <dgm:spPr/>
    </dgm:pt>
    <dgm:pt modelId="{4367D787-C00C-42D9-A746-B2FF65D5D339}" type="pres">
      <dgm:prSet presAssocID="{4E74FD45-1904-4E14-9B3B-C9DF9C928676}" presName="textRect" presStyleLbl="revTx" presStyleIdx="0" presStyleCnt="5">
        <dgm:presLayoutVars>
          <dgm:chMax val="1"/>
          <dgm:chPref val="1"/>
        </dgm:presLayoutVars>
      </dgm:prSet>
      <dgm:spPr/>
    </dgm:pt>
    <dgm:pt modelId="{B6A9730E-0328-4E5E-8E69-B4E8A05EEF3F}" type="pres">
      <dgm:prSet presAssocID="{35B8A6B2-FEC1-44FE-B32C-A1EFE232E48D}" presName="sibTrans" presStyleLbl="sibTrans2D1" presStyleIdx="0" presStyleCnt="0"/>
      <dgm:spPr/>
    </dgm:pt>
    <dgm:pt modelId="{1BB93CC0-5DCD-4F09-AC26-75B41BE4B78F}" type="pres">
      <dgm:prSet presAssocID="{C40FC4C9-9617-49C9-B157-12A1BF4FF6B1}" presName="compNode" presStyleCnt="0"/>
      <dgm:spPr/>
    </dgm:pt>
    <dgm:pt modelId="{B2E688F2-1B0C-45F1-9BA7-49610CDB88D1}" type="pres">
      <dgm:prSet presAssocID="{C40FC4C9-9617-49C9-B157-12A1BF4FF6B1}" presName="iconBgRect" presStyleLbl="bgShp" presStyleIdx="1" presStyleCnt="5"/>
      <dgm:spPr/>
    </dgm:pt>
    <dgm:pt modelId="{F095B2EE-4125-4E75-8911-EDEB02C3D5E3}" type="pres">
      <dgm:prSet presAssocID="{C40FC4C9-9617-49C9-B157-12A1BF4FF6B1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ag"/>
        </a:ext>
      </dgm:extLst>
    </dgm:pt>
    <dgm:pt modelId="{7A7F0B38-45BD-445E-BEEB-03CA4B0E3978}" type="pres">
      <dgm:prSet presAssocID="{C40FC4C9-9617-49C9-B157-12A1BF4FF6B1}" presName="spaceRect" presStyleCnt="0"/>
      <dgm:spPr/>
    </dgm:pt>
    <dgm:pt modelId="{C0E50D65-E6B0-496C-BE96-551EDE2430DF}" type="pres">
      <dgm:prSet presAssocID="{C40FC4C9-9617-49C9-B157-12A1BF4FF6B1}" presName="textRect" presStyleLbl="revTx" presStyleIdx="1" presStyleCnt="5">
        <dgm:presLayoutVars>
          <dgm:chMax val="1"/>
          <dgm:chPref val="1"/>
        </dgm:presLayoutVars>
      </dgm:prSet>
      <dgm:spPr/>
    </dgm:pt>
    <dgm:pt modelId="{A9E89AD7-8576-46D6-B079-B417236AEE12}" type="pres">
      <dgm:prSet presAssocID="{8A959E20-C7B5-4CE9-AFA1-D75137A5F9DA}" presName="sibTrans" presStyleLbl="sibTrans2D1" presStyleIdx="0" presStyleCnt="0"/>
      <dgm:spPr/>
    </dgm:pt>
    <dgm:pt modelId="{871ABDCA-4DDB-4569-A94E-85F1073B6B85}" type="pres">
      <dgm:prSet presAssocID="{D75DAB7D-8BF7-45F9-8096-1282890D998F}" presName="compNode" presStyleCnt="0"/>
      <dgm:spPr/>
    </dgm:pt>
    <dgm:pt modelId="{24850B15-D78F-431C-8FD0-30F83A62B058}" type="pres">
      <dgm:prSet presAssocID="{D75DAB7D-8BF7-45F9-8096-1282890D998F}" presName="iconBgRect" presStyleLbl="bgShp" presStyleIdx="2" presStyleCnt="5"/>
      <dgm:spPr/>
    </dgm:pt>
    <dgm:pt modelId="{9796F2A1-D0F6-4E22-A36A-677ABBA17A48}" type="pres">
      <dgm:prSet presAssocID="{D75DAB7D-8BF7-45F9-8096-1282890D998F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lash"/>
        </a:ext>
      </dgm:extLst>
    </dgm:pt>
    <dgm:pt modelId="{A01BEAF7-B84B-4022-A260-57D8E645F047}" type="pres">
      <dgm:prSet presAssocID="{D75DAB7D-8BF7-45F9-8096-1282890D998F}" presName="spaceRect" presStyleCnt="0"/>
      <dgm:spPr/>
    </dgm:pt>
    <dgm:pt modelId="{877AA6F2-E8DE-4943-A829-751ACC7B3A3D}" type="pres">
      <dgm:prSet presAssocID="{D75DAB7D-8BF7-45F9-8096-1282890D998F}" presName="textRect" presStyleLbl="revTx" presStyleIdx="2" presStyleCnt="5">
        <dgm:presLayoutVars>
          <dgm:chMax val="1"/>
          <dgm:chPref val="1"/>
        </dgm:presLayoutVars>
      </dgm:prSet>
      <dgm:spPr/>
    </dgm:pt>
    <dgm:pt modelId="{91EDA43B-AF66-4410-8CC6-06B59AE6CC9C}" type="pres">
      <dgm:prSet presAssocID="{05A5F233-9CDF-4391-9EF0-4C2F42AF7AF4}" presName="sibTrans" presStyleLbl="sibTrans2D1" presStyleIdx="0" presStyleCnt="0"/>
      <dgm:spPr/>
    </dgm:pt>
    <dgm:pt modelId="{B2B9B91B-422E-4724-8210-53E6E7DB54AE}" type="pres">
      <dgm:prSet presAssocID="{1DD2F54F-6042-4DCD-9F7A-AF81DC367B19}" presName="compNode" presStyleCnt="0"/>
      <dgm:spPr/>
    </dgm:pt>
    <dgm:pt modelId="{B2CE33B9-26D0-414B-BD77-B0EB36CFE7BB}" type="pres">
      <dgm:prSet presAssocID="{1DD2F54F-6042-4DCD-9F7A-AF81DC367B19}" presName="iconBgRect" presStyleLbl="bgShp" presStyleIdx="3" presStyleCnt="5"/>
      <dgm:spPr/>
    </dgm:pt>
    <dgm:pt modelId="{37358714-2D62-4C2C-8D2B-FBD8C04ACA5C}" type="pres">
      <dgm:prSet presAssocID="{1DD2F54F-6042-4DCD-9F7A-AF81DC367B19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AEBDCC34-20BD-4105-8262-362E4A73DF5C}" type="pres">
      <dgm:prSet presAssocID="{1DD2F54F-6042-4DCD-9F7A-AF81DC367B19}" presName="spaceRect" presStyleCnt="0"/>
      <dgm:spPr/>
    </dgm:pt>
    <dgm:pt modelId="{53B980C8-EC12-4300-BB63-68B8527CE0DF}" type="pres">
      <dgm:prSet presAssocID="{1DD2F54F-6042-4DCD-9F7A-AF81DC367B19}" presName="textRect" presStyleLbl="revTx" presStyleIdx="3" presStyleCnt="5">
        <dgm:presLayoutVars>
          <dgm:chMax val="1"/>
          <dgm:chPref val="1"/>
        </dgm:presLayoutVars>
      </dgm:prSet>
      <dgm:spPr/>
    </dgm:pt>
    <dgm:pt modelId="{32DF8F37-1A53-44A3-BE23-9CD873543213}" type="pres">
      <dgm:prSet presAssocID="{88A6D449-E1C3-4C09-9D87-04A3407B96CA}" presName="sibTrans" presStyleLbl="sibTrans2D1" presStyleIdx="0" presStyleCnt="0"/>
      <dgm:spPr/>
    </dgm:pt>
    <dgm:pt modelId="{2892F150-9B84-4197-B6C6-81C9CD7B5006}" type="pres">
      <dgm:prSet presAssocID="{CD3B6EE3-FDB2-41EB-A1E0-CC2105763E02}" presName="compNode" presStyleCnt="0"/>
      <dgm:spPr/>
    </dgm:pt>
    <dgm:pt modelId="{522266F1-EE26-4227-8D32-FF5B325E8AE7}" type="pres">
      <dgm:prSet presAssocID="{CD3B6EE3-FDB2-41EB-A1E0-CC2105763E02}" presName="iconBgRect" presStyleLbl="bgShp" presStyleIdx="4" presStyleCnt="5"/>
      <dgm:spPr/>
    </dgm:pt>
    <dgm:pt modelId="{E60154D5-5612-4CFC-A27A-AD201AF8E43F}" type="pres">
      <dgm:prSet presAssocID="{CD3B6EE3-FDB2-41EB-A1E0-CC2105763E02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04CFC9AC-0773-4918-9DD0-17A926ADD698}" type="pres">
      <dgm:prSet presAssocID="{CD3B6EE3-FDB2-41EB-A1E0-CC2105763E02}" presName="spaceRect" presStyleCnt="0"/>
      <dgm:spPr/>
    </dgm:pt>
    <dgm:pt modelId="{D96C939D-9365-4D68-8E87-AD15D5490203}" type="pres">
      <dgm:prSet presAssocID="{CD3B6EE3-FDB2-41EB-A1E0-CC2105763E02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54328A2C-5702-452E-95FD-A581D6AFA76F}" type="presOf" srcId="{4E74FD45-1904-4E14-9B3B-C9DF9C928676}" destId="{4367D787-C00C-42D9-A746-B2FF65D5D339}" srcOrd="0" destOrd="0" presId="urn:microsoft.com/office/officeart/2018/2/layout/IconCircleList"/>
    <dgm:cxn modelId="{FD864933-01BD-4DDA-A8B1-178DCB1CD64C}" type="presOf" srcId="{35B8A6B2-FEC1-44FE-B32C-A1EFE232E48D}" destId="{B6A9730E-0328-4E5E-8E69-B4E8A05EEF3F}" srcOrd="0" destOrd="0" presId="urn:microsoft.com/office/officeart/2018/2/layout/IconCircleList"/>
    <dgm:cxn modelId="{6BB4A04E-A39B-4926-9623-FBB4014C4202}" srcId="{B588AE93-733C-4E95-9720-4E5164E912BB}" destId="{CD3B6EE3-FDB2-41EB-A1E0-CC2105763E02}" srcOrd="4" destOrd="0" parTransId="{0B50C09C-E1A3-4000-A142-AF18B4512BDF}" sibTransId="{5C7E6921-5DD5-4155-B6C6-2D23E4F3722B}"/>
    <dgm:cxn modelId="{5B779775-227E-474B-A5A7-F233623DA4DF}" srcId="{B588AE93-733C-4E95-9720-4E5164E912BB}" destId="{C40FC4C9-9617-49C9-B157-12A1BF4FF6B1}" srcOrd="1" destOrd="0" parTransId="{0B092CF2-4A02-40D3-9374-D8BB7028FA0A}" sibTransId="{8A959E20-C7B5-4CE9-AFA1-D75137A5F9DA}"/>
    <dgm:cxn modelId="{FA4C5076-E5A2-4DA8-BEC5-26339BDB70AA}" type="presOf" srcId="{1DD2F54F-6042-4DCD-9F7A-AF81DC367B19}" destId="{53B980C8-EC12-4300-BB63-68B8527CE0DF}" srcOrd="0" destOrd="0" presId="urn:microsoft.com/office/officeart/2018/2/layout/IconCircleList"/>
    <dgm:cxn modelId="{8BE14479-8AAD-4BAC-A65D-509D52A35C46}" type="presOf" srcId="{88A6D449-E1C3-4C09-9D87-04A3407B96CA}" destId="{32DF8F37-1A53-44A3-BE23-9CD873543213}" srcOrd="0" destOrd="0" presId="urn:microsoft.com/office/officeart/2018/2/layout/IconCircleList"/>
    <dgm:cxn modelId="{FFF7517F-1250-4786-919F-E499262C4519}" type="presOf" srcId="{C40FC4C9-9617-49C9-B157-12A1BF4FF6B1}" destId="{C0E50D65-E6B0-496C-BE96-551EDE2430DF}" srcOrd="0" destOrd="0" presId="urn:microsoft.com/office/officeart/2018/2/layout/IconCircleList"/>
    <dgm:cxn modelId="{22654281-08C0-485D-8B8B-CBBF60AF0C78}" srcId="{B588AE93-733C-4E95-9720-4E5164E912BB}" destId="{4E74FD45-1904-4E14-9B3B-C9DF9C928676}" srcOrd="0" destOrd="0" parTransId="{B453A331-9BED-462C-9E50-8A941192C1B0}" sibTransId="{35B8A6B2-FEC1-44FE-B32C-A1EFE232E48D}"/>
    <dgm:cxn modelId="{66BEF594-4BF0-4328-9155-CAC634C87DF2}" type="presOf" srcId="{CD3B6EE3-FDB2-41EB-A1E0-CC2105763E02}" destId="{D96C939D-9365-4D68-8E87-AD15D5490203}" srcOrd="0" destOrd="0" presId="urn:microsoft.com/office/officeart/2018/2/layout/IconCircleList"/>
    <dgm:cxn modelId="{D36A7B96-ED7A-4F4A-BC70-68CAC7EF29A6}" type="presOf" srcId="{B588AE93-733C-4E95-9720-4E5164E912BB}" destId="{1B0A703B-E04D-4FE1-A6C3-E46E7E452C18}" srcOrd="0" destOrd="0" presId="urn:microsoft.com/office/officeart/2018/2/layout/IconCircleList"/>
    <dgm:cxn modelId="{ADEF7DAC-7B1E-4118-BE21-A1B15430D6C3}" type="presOf" srcId="{D75DAB7D-8BF7-45F9-8096-1282890D998F}" destId="{877AA6F2-E8DE-4943-A829-751ACC7B3A3D}" srcOrd="0" destOrd="0" presId="urn:microsoft.com/office/officeart/2018/2/layout/IconCircleList"/>
    <dgm:cxn modelId="{505E7EBB-2815-4C3F-BBCF-A4598D513F77}" srcId="{B588AE93-733C-4E95-9720-4E5164E912BB}" destId="{D75DAB7D-8BF7-45F9-8096-1282890D998F}" srcOrd="2" destOrd="0" parTransId="{44969D6B-E2AE-4F4D-AC7F-924DABBA2F51}" sibTransId="{05A5F233-9CDF-4391-9EF0-4C2F42AF7AF4}"/>
    <dgm:cxn modelId="{59DAA7CE-B49E-4017-99C7-8906253CB149}" srcId="{B588AE93-733C-4E95-9720-4E5164E912BB}" destId="{1DD2F54F-6042-4DCD-9F7A-AF81DC367B19}" srcOrd="3" destOrd="0" parTransId="{E656BAD3-881A-4BAA-8ECD-E602D68EAD7B}" sibTransId="{88A6D449-E1C3-4C09-9D87-04A3407B96CA}"/>
    <dgm:cxn modelId="{F4E8E9E7-D7D0-403B-8530-A64719652F7E}" type="presOf" srcId="{05A5F233-9CDF-4391-9EF0-4C2F42AF7AF4}" destId="{91EDA43B-AF66-4410-8CC6-06B59AE6CC9C}" srcOrd="0" destOrd="0" presId="urn:microsoft.com/office/officeart/2018/2/layout/IconCircleList"/>
    <dgm:cxn modelId="{1CDFC9F5-4DDA-4894-8234-593333E31761}" type="presOf" srcId="{8A959E20-C7B5-4CE9-AFA1-D75137A5F9DA}" destId="{A9E89AD7-8576-46D6-B079-B417236AEE12}" srcOrd="0" destOrd="0" presId="urn:microsoft.com/office/officeart/2018/2/layout/IconCircleList"/>
    <dgm:cxn modelId="{9629F249-CF41-4436-A011-4C54F1C9DED4}" type="presParOf" srcId="{1B0A703B-E04D-4FE1-A6C3-E46E7E452C18}" destId="{B254A3A3-3AA8-4077-B32D-AE063BB78934}" srcOrd="0" destOrd="0" presId="urn:microsoft.com/office/officeart/2018/2/layout/IconCircleList"/>
    <dgm:cxn modelId="{8D17D027-74FB-4BB1-8F81-B0138789E1AD}" type="presParOf" srcId="{B254A3A3-3AA8-4077-B32D-AE063BB78934}" destId="{240A2010-5703-4461-90E1-9DD3D1583ABC}" srcOrd="0" destOrd="0" presId="urn:microsoft.com/office/officeart/2018/2/layout/IconCircleList"/>
    <dgm:cxn modelId="{D1AF3CE1-DDC3-4A01-B609-E44A20A98A2B}" type="presParOf" srcId="{240A2010-5703-4461-90E1-9DD3D1583ABC}" destId="{5AD29D82-A5BF-4860-A915-D2B8AE46658A}" srcOrd="0" destOrd="0" presId="urn:microsoft.com/office/officeart/2018/2/layout/IconCircleList"/>
    <dgm:cxn modelId="{79EC1DF7-36F5-4CB6-A7D2-F1E09087F8CF}" type="presParOf" srcId="{240A2010-5703-4461-90E1-9DD3D1583ABC}" destId="{F3C0ECC3-4B1F-46DB-A164-E6CE86C69ED4}" srcOrd="1" destOrd="0" presId="urn:microsoft.com/office/officeart/2018/2/layout/IconCircleList"/>
    <dgm:cxn modelId="{47B4375A-AA81-4F0A-998A-03CAB716B478}" type="presParOf" srcId="{240A2010-5703-4461-90E1-9DD3D1583ABC}" destId="{FC628B9C-F65D-47A3-BE38-DC5648D4CAA8}" srcOrd="2" destOrd="0" presId="urn:microsoft.com/office/officeart/2018/2/layout/IconCircleList"/>
    <dgm:cxn modelId="{F1BD8AFC-15B1-4B5A-B9D6-37AA89143565}" type="presParOf" srcId="{240A2010-5703-4461-90E1-9DD3D1583ABC}" destId="{4367D787-C00C-42D9-A746-B2FF65D5D339}" srcOrd="3" destOrd="0" presId="urn:microsoft.com/office/officeart/2018/2/layout/IconCircleList"/>
    <dgm:cxn modelId="{D6A0B3E2-D539-4368-9F72-9AE03E08D26F}" type="presParOf" srcId="{B254A3A3-3AA8-4077-B32D-AE063BB78934}" destId="{B6A9730E-0328-4E5E-8E69-B4E8A05EEF3F}" srcOrd="1" destOrd="0" presId="urn:microsoft.com/office/officeart/2018/2/layout/IconCircleList"/>
    <dgm:cxn modelId="{C172B841-7BFA-41DB-B3DC-56C2DD16C140}" type="presParOf" srcId="{B254A3A3-3AA8-4077-B32D-AE063BB78934}" destId="{1BB93CC0-5DCD-4F09-AC26-75B41BE4B78F}" srcOrd="2" destOrd="0" presId="urn:microsoft.com/office/officeart/2018/2/layout/IconCircleList"/>
    <dgm:cxn modelId="{8E7F7315-E563-46BF-8A70-45BDA2C4D956}" type="presParOf" srcId="{1BB93CC0-5DCD-4F09-AC26-75B41BE4B78F}" destId="{B2E688F2-1B0C-45F1-9BA7-49610CDB88D1}" srcOrd="0" destOrd="0" presId="urn:microsoft.com/office/officeart/2018/2/layout/IconCircleList"/>
    <dgm:cxn modelId="{5B0DE39F-DE1C-42EE-90ED-661119B303E3}" type="presParOf" srcId="{1BB93CC0-5DCD-4F09-AC26-75B41BE4B78F}" destId="{F095B2EE-4125-4E75-8911-EDEB02C3D5E3}" srcOrd="1" destOrd="0" presId="urn:microsoft.com/office/officeart/2018/2/layout/IconCircleList"/>
    <dgm:cxn modelId="{F621F45D-8C77-4901-A64B-EFF0B018A11E}" type="presParOf" srcId="{1BB93CC0-5DCD-4F09-AC26-75B41BE4B78F}" destId="{7A7F0B38-45BD-445E-BEEB-03CA4B0E3978}" srcOrd="2" destOrd="0" presId="urn:microsoft.com/office/officeart/2018/2/layout/IconCircleList"/>
    <dgm:cxn modelId="{12FBDD2F-33EC-449A-A760-0D8A38B0C487}" type="presParOf" srcId="{1BB93CC0-5DCD-4F09-AC26-75B41BE4B78F}" destId="{C0E50D65-E6B0-496C-BE96-551EDE2430DF}" srcOrd="3" destOrd="0" presId="urn:microsoft.com/office/officeart/2018/2/layout/IconCircleList"/>
    <dgm:cxn modelId="{711B03CD-8354-4A50-BFB7-E09BD695A5BF}" type="presParOf" srcId="{B254A3A3-3AA8-4077-B32D-AE063BB78934}" destId="{A9E89AD7-8576-46D6-B079-B417236AEE12}" srcOrd="3" destOrd="0" presId="urn:microsoft.com/office/officeart/2018/2/layout/IconCircleList"/>
    <dgm:cxn modelId="{5573DE86-2CC2-4329-84D0-4F3905E48E59}" type="presParOf" srcId="{B254A3A3-3AA8-4077-B32D-AE063BB78934}" destId="{871ABDCA-4DDB-4569-A94E-85F1073B6B85}" srcOrd="4" destOrd="0" presId="urn:microsoft.com/office/officeart/2018/2/layout/IconCircleList"/>
    <dgm:cxn modelId="{AAD6E4B8-7338-41F4-A783-24A1BA706058}" type="presParOf" srcId="{871ABDCA-4DDB-4569-A94E-85F1073B6B85}" destId="{24850B15-D78F-431C-8FD0-30F83A62B058}" srcOrd="0" destOrd="0" presId="urn:microsoft.com/office/officeart/2018/2/layout/IconCircleList"/>
    <dgm:cxn modelId="{1C08F4B4-6303-473B-9BD4-ED9CF9909A0A}" type="presParOf" srcId="{871ABDCA-4DDB-4569-A94E-85F1073B6B85}" destId="{9796F2A1-D0F6-4E22-A36A-677ABBA17A48}" srcOrd="1" destOrd="0" presId="urn:microsoft.com/office/officeart/2018/2/layout/IconCircleList"/>
    <dgm:cxn modelId="{8085D021-0747-481E-99D6-8A2230E510DE}" type="presParOf" srcId="{871ABDCA-4DDB-4569-A94E-85F1073B6B85}" destId="{A01BEAF7-B84B-4022-A260-57D8E645F047}" srcOrd="2" destOrd="0" presId="urn:microsoft.com/office/officeart/2018/2/layout/IconCircleList"/>
    <dgm:cxn modelId="{804FEF57-AD9A-4EB7-B42A-04E1BEAE7DE7}" type="presParOf" srcId="{871ABDCA-4DDB-4569-A94E-85F1073B6B85}" destId="{877AA6F2-E8DE-4943-A829-751ACC7B3A3D}" srcOrd="3" destOrd="0" presId="urn:microsoft.com/office/officeart/2018/2/layout/IconCircleList"/>
    <dgm:cxn modelId="{8EC32C1A-CF27-4271-8BE3-D35CF60F1531}" type="presParOf" srcId="{B254A3A3-3AA8-4077-B32D-AE063BB78934}" destId="{91EDA43B-AF66-4410-8CC6-06B59AE6CC9C}" srcOrd="5" destOrd="0" presId="urn:microsoft.com/office/officeart/2018/2/layout/IconCircleList"/>
    <dgm:cxn modelId="{4467D20D-2CB5-4A40-9C88-3381CE054B45}" type="presParOf" srcId="{B254A3A3-3AA8-4077-B32D-AE063BB78934}" destId="{B2B9B91B-422E-4724-8210-53E6E7DB54AE}" srcOrd="6" destOrd="0" presId="urn:microsoft.com/office/officeart/2018/2/layout/IconCircleList"/>
    <dgm:cxn modelId="{510B6E61-6A72-4C02-8294-D49063FD8A20}" type="presParOf" srcId="{B2B9B91B-422E-4724-8210-53E6E7DB54AE}" destId="{B2CE33B9-26D0-414B-BD77-B0EB36CFE7BB}" srcOrd="0" destOrd="0" presId="urn:microsoft.com/office/officeart/2018/2/layout/IconCircleList"/>
    <dgm:cxn modelId="{8D40639B-808A-4CB6-A35E-FFEB9816CEA5}" type="presParOf" srcId="{B2B9B91B-422E-4724-8210-53E6E7DB54AE}" destId="{37358714-2D62-4C2C-8D2B-FBD8C04ACA5C}" srcOrd="1" destOrd="0" presId="urn:microsoft.com/office/officeart/2018/2/layout/IconCircleList"/>
    <dgm:cxn modelId="{62876CF0-52F7-4327-BE58-5FEB1C9DEB49}" type="presParOf" srcId="{B2B9B91B-422E-4724-8210-53E6E7DB54AE}" destId="{AEBDCC34-20BD-4105-8262-362E4A73DF5C}" srcOrd="2" destOrd="0" presId="urn:microsoft.com/office/officeart/2018/2/layout/IconCircleList"/>
    <dgm:cxn modelId="{AEE720F4-78F4-4274-AA58-A5BF1A102E88}" type="presParOf" srcId="{B2B9B91B-422E-4724-8210-53E6E7DB54AE}" destId="{53B980C8-EC12-4300-BB63-68B8527CE0DF}" srcOrd="3" destOrd="0" presId="urn:microsoft.com/office/officeart/2018/2/layout/IconCircleList"/>
    <dgm:cxn modelId="{DC2715D5-5241-4A34-A83F-0EBD6B693E83}" type="presParOf" srcId="{B254A3A3-3AA8-4077-B32D-AE063BB78934}" destId="{32DF8F37-1A53-44A3-BE23-9CD873543213}" srcOrd="7" destOrd="0" presId="urn:microsoft.com/office/officeart/2018/2/layout/IconCircleList"/>
    <dgm:cxn modelId="{E288F95F-8D53-4428-8185-47D9FAB5AC76}" type="presParOf" srcId="{B254A3A3-3AA8-4077-B32D-AE063BB78934}" destId="{2892F150-9B84-4197-B6C6-81C9CD7B5006}" srcOrd="8" destOrd="0" presId="urn:microsoft.com/office/officeart/2018/2/layout/IconCircleList"/>
    <dgm:cxn modelId="{34C0ED4C-AE48-490F-9C1B-B1A6756ADDF4}" type="presParOf" srcId="{2892F150-9B84-4197-B6C6-81C9CD7B5006}" destId="{522266F1-EE26-4227-8D32-FF5B325E8AE7}" srcOrd="0" destOrd="0" presId="urn:microsoft.com/office/officeart/2018/2/layout/IconCircleList"/>
    <dgm:cxn modelId="{2617DD0E-7CAD-45DB-8480-E03CC54E901A}" type="presParOf" srcId="{2892F150-9B84-4197-B6C6-81C9CD7B5006}" destId="{E60154D5-5612-4CFC-A27A-AD201AF8E43F}" srcOrd="1" destOrd="0" presId="urn:microsoft.com/office/officeart/2018/2/layout/IconCircleList"/>
    <dgm:cxn modelId="{B8148560-0301-4869-A667-E6081678333B}" type="presParOf" srcId="{2892F150-9B84-4197-B6C6-81C9CD7B5006}" destId="{04CFC9AC-0773-4918-9DD0-17A926ADD698}" srcOrd="2" destOrd="0" presId="urn:microsoft.com/office/officeart/2018/2/layout/IconCircleList"/>
    <dgm:cxn modelId="{918C590C-A347-4477-9EB5-BEC081CDDC60}" type="presParOf" srcId="{2892F150-9B84-4197-B6C6-81C9CD7B5006}" destId="{D96C939D-9365-4D68-8E87-AD15D5490203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FA3D6C-D748-4ACA-BC18-153D69B5359D}">
      <dsp:nvSpPr>
        <dsp:cNvPr id="0" name=""/>
        <dsp:cNvSpPr/>
      </dsp:nvSpPr>
      <dsp:spPr>
        <a:xfrm>
          <a:off x="884935" y="296402"/>
          <a:ext cx="2196000" cy="2196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9F071E-6D40-4F1B-9E64-E48341F07723}">
      <dsp:nvSpPr>
        <dsp:cNvPr id="0" name=""/>
        <dsp:cNvSpPr/>
      </dsp:nvSpPr>
      <dsp:spPr>
        <a:xfrm>
          <a:off x="1352935" y="764402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47DC48-5750-4FD2-AE74-F6BAFC77BD3B}">
      <dsp:nvSpPr>
        <dsp:cNvPr id="0" name=""/>
        <dsp:cNvSpPr/>
      </dsp:nvSpPr>
      <dsp:spPr>
        <a:xfrm>
          <a:off x="182935" y="317640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Recognizing strong scheduling performance while preparing for peak demand</a:t>
          </a:r>
        </a:p>
      </dsp:txBody>
      <dsp:txXfrm>
        <a:off x="182935" y="3176402"/>
        <a:ext cx="3600000" cy="720000"/>
      </dsp:txXfrm>
    </dsp:sp>
    <dsp:sp modelId="{A82021B5-BDB0-4C96-BE00-A7444814B1C5}">
      <dsp:nvSpPr>
        <dsp:cNvPr id="0" name=""/>
        <dsp:cNvSpPr/>
      </dsp:nvSpPr>
      <dsp:spPr>
        <a:xfrm>
          <a:off x="5114935" y="296402"/>
          <a:ext cx="2196000" cy="2196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A611F8-B2AD-406E-9041-491E0BD6C49F}">
      <dsp:nvSpPr>
        <dsp:cNvPr id="0" name=""/>
        <dsp:cNvSpPr/>
      </dsp:nvSpPr>
      <dsp:spPr>
        <a:xfrm>
          <a:off x="5582935" y="764402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3865EF-21A9-419F-9932-278CBAA43478}">
      <dsp:nvSpPr>
        <dsp:cNvPr id="0" name=""/>
        <dsp:cNvSpPr/>
      </dsp:nvSpPr>
      <dsp:spPr>
        <a:xfrm>
          <a:off x="4412935" y="317640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January Operational Review</a:t>
          </a:r>
        </a:p>
      </dsp:txBody>
      <dsp:txXfrm>
        <a:off x="4412935" y="3176402"/>
        <a:ext cx="36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F68A0C-38FE-43DE-99E4-76C0C918CC36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7AE1B0-1DCA-4E55-BE2F-98D3F3B9A081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C66B1C-1F9A-4DE7-8D06-917991CB4A6D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• High-volume POTUS meetings are scheduled with short lead times</a:t>
          </a:r>
        </a:p>
      </dsp:txBody>
      <dsp:txXfrm>
        <a:off x="46529" y="2703902"/>
        <a:ext cx="2418750" cy="720000"/>
      </dsp:txXfrm>
    </dsp:sp>
    <dsp:sp modelId="{2CFBC743-3427-4597-8670-9CA1BF99E68B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4BB8FB-205C-4035-A0D4-F0B1885CA1F5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943EE5-B85F-4F93-B5D3-7D8035CCC602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• Large meetings do not create significant backlogs</a:t>
          </a:r>
        </a:p>
      </dsp:txBody>
      <dsp:txXfrm>
        <a:off x="2888560" y="2703902"/>
        <a:ext cx="2418750" cy="720000"/>
      </dsp:txXfrm>
    </dsp:sp>
    <dsp:sp modelId="{B48A8C39-E5C7-420E-B2DE-EDF969453EA5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6AD19A-76B2-4FC1-B852-4027C121FCEE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FC4240-C629-486D-9688-544CF71A0B10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• Performance remains strong despite rising volume</a:t>
          </a:r>
        </a:p>
      </dsp:txBody>
      <dsp:txXfrm>
        <a:off x="5730591" y="2703902"/>
        <a:ext cx="241875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4990B1-6054-4719-88C7-279E6392FAD2}">
      <dsp:nvSpPr>
        <dsp:cNvPr id="0" name=""/>
        <dsp:cNvSpPr/>
      </dsp:nvSpPr>
      <dsp:spPr>
        <a:xfrm>
          <a:off x="520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4A9665-D4C0-4733-A792-381818A7C3FA}">
      <dsp:nvSpPr>
        <dsp:cNvPr id="0" name=""/>
        <dsp:cNvSpPr/>
      </dsp:nvSpPr>
      <dsp:spPr>
        <a:xfrm>
          <a:off x="2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Mondays–Wednesdays carry the highest meeting load</a:t>
          </a:r>
        </a:p>
      </dsp:txBody>
      <dsp:txXfrm>
        <a:off x="25435" y="2276522"/>
        <a:ext cx="1800000" cy="720000"/>
      </dsp:txXfrm>
    </dsp:sp>
    <dsp:sp modelId="{C922CD71-821D-4E24-9ACD-F21D09C002EB}">
      <dsp:nvSpPr>
        <dsp:cNvPr id="0" name=""/>
        <dsp:cNvSpPr/>
      </dsp:nvSpPr>
      <dsp:spPr>
        <a:xfrm>
          <a:off x="2635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5C5888-2170-47F2-AEB4-54592FA80A2F}">
      <dsp:nvSpPr>
        <dsp:cNvPr id="0" name=""/>
        <dsp:cNvSpPr/>
      </dsp:nvSpPr>
      <dsp:spPr>
        <a:xfrm>
          <a:off x="214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Saturdays see occasional spikes</a:t>
          </a:r>
        </a:p>
      </dsp:txBody>
      <dsp:txXfrm>
        <a:off x="2140435" y="2276522"/>
        <a:ext cx="1800000" cy="720000"/>
      </dsp:txXfrm>
    </dsp:sp>
    <dsp:sp modelId="{ACB9EBE9-FB33-4EF0-84F3-D312F4709797}">
      <dsp:nvSpPr>
        <dsp:cNvPr id="0" name=""/>
        <dsp:cNvSpPr/>
      </dsp:nvSpPr>
      <dsp:spPr>
        <a:xfrm>
          <a:off x="4750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9C09BF-6C47-4E3E-B60E-13F2501DE14E}">
      <dsp:nvSpPr>
        <dsp:cNvPr id="0" name=""/>
        <dsp:cNvSpPr/>
      </dsp:nvSpPr>
      <dsp:spPr>
        <a:xfrm>
          <a:off x="425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Sundays remain intentionally low-volume</a:t>
          </a:r>
        </a:p>
      </dsp:txBody>
      <dsp:txXfrm>
        <a:off x="4255435" y="2276522"/>
        <a:ext cx="1800000" cy="720000"/>
      </dsp:txXfrm>
    </dsp:sp>
    <dsp:sp modelId="{DF790BB4-A114-4F88-AA5C-5343FE65FB21}">
      <dsp:nvSpPr>
        <dsp:cNvPr id="0" name=""/>
        <dsp:cNvSpPr/>
      </dsp:nvSpPr>
      <dsp:spPr>
        <a:xfrm>
          <a:off x="6865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5CD2F0-F38E-4CFA-824C-DDF36C0A80D9}">
      <dsp:nvSpPr>
        <dsp:cNvPr id="0" name=""/>
        <dsp:cNvSpPr/>
      </dsp:nvSpPr>
      <dsp:spPr>
        <a:xfrm>
          <a:off x="637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Predictable patterns enable proactive planning</a:t>
          </a:r>
        </a:p>
      </dsp:txBody>
      <dsp:txXfrm>
        <a:off x="6370435" y="2276522"/>
        <a:ext cx="18000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BD0DEA-F4E0-4895-AD2B-0E7E77BEC7FA}">
      <dsp:nvSpPr>
        <dsp:cNvPr id="0" name=""/>
        <dsp:cNvSpPr/>
      </dsp:nvSpPr>
      <dsp:spPr>
        <a:xfrm>
          <a:off x="0" y="34967"/>
          <a:ext cx="8195871" cy="131093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Volume increases mid-year and year-end</a:t>
          </a:r>
        </a:p>
      </dsp:txBody>
      <dsp:txXfrm>
        <a:off x="63994" y="98961"/>
        <a:ext cx="8067883" cy="1182942"/>
      </dsp:txXfrm>
    </dsp:sp>
    <dsp:sp modelId="{3C72E773-7500-4D0C-BD17-2C02CC9BEE03}">
      <dsp:nvSpPr>
        <dsp:cNvPr id="0" name=""/>
        <dsp:cNvSpPr/>
      </dsp:nvSpPr>
      <dsp:spPr>
        <a:xfrm>
          <a:off x="0" y="1440937"/>
          <a:ext cx="8195871" cy="131093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January starts lighter but ramps quickly</a:t>
          </a:r>
        </a:p>
      </dsp:txBody>
      <dsp:txXfrm>
        <a:off x="63994" y="1504931"/>
        <a:ext cx="8067883" cy="1182942"/>
      </dsp:txXfrm>
    </dsp:sp>
    <dsp:sp modelId="{464DE62D-FBC3-4CDC-B481-E49830140294}">
      <dsp:nvSpPr>
        <dsp:cNvPr id="0" name=""/>
        <dsp:cNvSpPr/>
      </dsp:nvSpPr>
      <dsp:spPr>
        <a:xfrm>
          <a:off x="0" y="2846907"/>
          <a:ext cx="8195871" cy="131093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Early workload balancing prevents future bottlenecks</a:t>
          </a:r>
        </a:p>
      </dsp:txBody>
      <dsp:txXfrm>
        <a:off x="63994" y="2910901"/>
        <a:ext cx="8067883" cy="118294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D29D82-A5BF-4860-A915-D2B8AE46658A}">
      <dsp:nvSpPr>
        <dsp:cNvPr id="0" name=""/>
        <dsp:cNvSpPr/>
      </dsp:nvSpPr>
      <dsp:spPr>
        <a:xfrm>
          <a:off x="616935" y="1100"/>
          <a:ext cx="921683" cy="92168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C0ECC3-4B1F-46DB-A164-E6CE86C69ED4}">
      <dsp:nvSpPr>
        <dsp:cNvPr id="0" name=""/>
        <dsp:cNvSpPr/>
      </dsp:nvSpPr>
      <dsp:spPr>
        <a:xfrm>
          <a:off x="810488" y="194654"/>
          <a:ext cx="534576" cy="53457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67D787-C00C-42D9-A746-B2FF65D5D339}">
      <dsp:nvSpPr>
        <dsp:cNvPr id="0" name=""/>
        <dsp:cNvSpPr/>
      </dsp:nvSpPr>
      <dsp:spPr>
        <a:xfrm>
          <a:off x="1736122" y="110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Spread flexible meetings across weekdays</a:t>
          </a:r>
        </a:p>
      </dsp:txBody>
      <dsp:txXfrm>
        <a:off x="1736122" y="1100"/>
        <a:ext cx="2172539" cy="921683"/>
      </dsp:txXfrm>
    </dsp:sp>
    <dsp:sp modelId="{B2E688F2-1B0C-45F1-9BA7-49610CDB88D1}">
      <dsp:nvSpPr>
        <dsp:cNvPr id="0" name=""/>
        <dsp:cNvSpPr/>
      </dsp:nvSpPr>
      <dsp:spPr>
        <a:xfrm>
          <a:off x="4287209" y="1100"/>
          <a:ext cx="921683" cy="92168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95B2EE-4125-4E75-8911-EDEB02C3D5E3}">
      <dsp:nvSpPr>
        <dsp:cNvPr id="0" name=""/>
        <dsp:cNvSpPr/>
      </dsp:nvSpPr>
      <dsp:spPr>
        <a:xfrm>
          <a:off x="4480763" y="194654"/>
          <a:ext cx="534576" cy="53457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E50D65-E6B0-496C-BE96-551EDE2430DF}">
      <dsp:nvSpPr>
        <dsp:cNvPr id="0" name=""/>
        <dsp:cNvSpPr/>
      </dsp:nvSpPr>
      <dsp:spPr>
        <a:xfrm>
          <a:off x="5406396" y="110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Flag high-volume meetings earlier</a:t>
          </a:r>
        </a:p>
      </dsp:txBody>
      <dsp:txXfrm>
        <a:off x="5406396" y="1100"/>
        <a:ext cx="2172539" cy="921683"/>
      </dsp:txXfrm>
    </dsp:sp>
    <dsp:sp modelId="{24850B15-D78F-431C-8FD0-30F83A62B058}">
      <dsp:nvSpPr>
        <dsp:cNvPr id="0" name=""/>
        <dsp:cNvSpPr/>
      </dsp:nvSpPr>
      <dsp:spPr>
        <a:xfrm>
          <a:off x="616935" y="1635560"/>
          <a:ext cx="921683" cy="92168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96F2A1-D0F6-4E22-A36A-677ABBA17A48}">
      <dsp:nvSpPr>
        <dsp:cNvPr id="0" name=""/>
        <dsp:cNvSpPr/>
      </dsp:nvSpPr>
      <dsp:spPr>
        <a:xfrm>
          <a:off x="810488" y="1829114"/>
          <a:ext cx="534576" cy="53457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7AA6F2-E8DE-4943-A829-751ACC7B3A3D}">
      <dsp:nvSpPr>
        <dsp:cNvPr id="0" name=""/>
        <dsp:cNvSpPr/>
      </dsp:nvSpPr>
      <dsp:spPr>
        <a:xfrm>
          <a:off x="1736122" y="163556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Preserve buffers ahead of peak periods</a:t>
          </a:r>
        </a:p>
      </dsp:txBody>
      <dsp:txXfrm>
        <a:off x="1736122" y="1635560"/>
        <a:ext cx="2172539" cy="921683"/>
      </dsp:txXfrm>
    </dsp:sp>
    <dsp:sp modelId="{B2CE33B9-26D0-414B-BD77-B0EB36CFE7BB}">
      <dsp:nvSpPr>
        <dsp:cNvPr id="0" name=""/>
        <dsp:cNvSpPr/>
      </dsp:nvSpPr>
      <dsp:spPr>
        <a:xfrm>
          <a:off x="4287209" y="1635560"/>
          <a:ext cx="921683" cy="92168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358714-2D62-4C2C-8D2B-FBD8C04ACA5C}">
      <dsp:nvSpPr>
        <dsp:cNvPr id="0" name=""/>
        <dsp:cNvSpPr/>
      </dsp:nvSpPr>
      <dsp:spPr>
        <a:xfrm>
          <a:off x="4480763" y="1829114"/>
          <a:ext cx="534576" cy="53457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B980C8-EC12-4300-BB63-68B8527CE0DF}">
      <dsp:nvSpPr>
        <dsp:cNvPr id="0" name=""/>
        <dsp:cNvSpPr/>
      </dsp:nvSpPr>
      <dsp:spPr>
        <a:xfrm>
          <a:off x="5406396" y="163556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Continue effective prioritization practices</a:t>
          </a:r>
        </a:p>
      </dsp:txBody>
      <dsp:txXfrm>
        <a:off x="5406396" y="1635560"/>
        <a:ext cx="2172539" cy="921683"/>
      </dsp:txXfrm>
    </dsp:sp>
    <dsp:sp modelId="{522266F1-EE26-4227-8D32-FF5B325E8AE7}">
      <dsp:nvSpPr>
        <dsp:cNvPr id="0" name=""/>
        <dsp:cNvSpPr/>
      </dsp:nvSpPr>
      <dsp:spPr>
        <a:xfrm>
          <a:off x="616935" y="3270020"/>
          <a:ext cx="921683" cy="92168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0154D5-5612-4CFC-A27A-AD201AF8E43F}">
      <dsp:nvSpPr>
        <dsp:cNvPr id="0" name=""/>
        <dsp:cNvSpPr/>
      </dsp:nvSpPr>
      <dsp:spPr>
        <a:xfrm>
          <a:off x="810488" y="3463574"/>
          <a:ext cx="534576" cy="53457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6C939D-9365-4D68-8E87-AD15D5490203}">
      <dsp:nvSpPr>
        <dsp:cNvPr id="0" name=""/>
        <dsp:cNvSpPr/>
      </dsp:nvSpPr>
      <dsp:spPr>
        <a:xfrm>
          <a:off x="1736122" y="327002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Strong performance today enables sustainable success</a:t>
          </a:r>
        </a:p>
      </dsp:txBody>
      <dsp:txXfrm>
        <a:off x="1736122" y="3270020"/>
        <a:ext cx="2172539" cy="9216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700">
                <a:solidFill>
                  <a:srgbClr val="FFFFFF"/>
                </a:solidFill>
              </a:rPr>
              <a:t>Managing POTUS Meeting Load:</a:t>
            </a:r>
          </a:p>
          <a:p>
            <a:pPr>
              <a:lnSpc>
                <a:spcPct val="90000"/>
              </a:lnSpc>
            </a:pPr>
            <a:r>
              <a:rPr lang="en-US" sz="2700">
                <a:solidFill>
                  <a:srgbClr val="FFFFFF"/>
                </a:solidFill>
              </a:rPr>
              <a:t>What’s Working &amp; January Focus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4191685-3D5D-5E86-8C33-C414BBDCDB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9073025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CA" sz="3500">
                <a:solidFill>
                  <a:srgbClr val="FFFFFF"/>
                </a:solidFill>
              </a:rPr>
              <a:t>Strong Scheduling Performance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4A30F28-9C66-BAE9-12B3-98E5125E80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8659013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1947BB-3E55-1233-14BB-E559F4FCF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9F31351-3C69-B281-D7D3-AE1EADA2E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B85DE7-A33A-A3DA-CF85-58BD877780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7B5F3CF-42D7-3DFF-D90C-8F043AB70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FFAB575-B9B4-E276-7523-837011FA7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2F2489-683E-60EE-454F-6A1232A0A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 fontScale="90000"/>
          </a:bodyPr>
          <a:lstStyle/>
          <a:p>
            <a:r>
              <a:rPr lang="en-CA" sz="3500" dirty="0">
                <a:solidFill>
                  <a:srgbClr val="FFFFFF"/>
                </a:solidFill>
              </a:rPr>
              <a:t>Keep Weekdays Available -&gt; Be Prepared for High Volume Changes </a:t>
            </a:r>
          </a:p>
        </p:txBody>
      </p:sp>
      <p:pic>
        <p:nvPicPr>
          <p:cNvPr id="6" name="Content Placeholder 5" descr="A graph of blue bars&#10;&#10;AI-generated content may be incorrect.">
            <a:extLst>
              <a:ext uri="{FF2B5EF4-FFF2-40B4-BE49-F238E27FC236}">
                <a16:creationId xmlns:a16="http://schemas.microsoft.com/office/drawing/2014/main" id="{FDFD349A-5531-CC92-A03B-88FF34AB6E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7337" y="1600678"/>
            <a:ext cx="6449325" cy="452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02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765C3D-9955-A6AB-F08E-5E952F6C7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23E79F0-67D4-34FA-93A2-678331F7C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1A94882-5BD0-6FFC-2027-60849E1C9A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DA3EA65-13F2-4235-A74B-13A3C4FA90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6231882-0C64-34DF-CAC0-B24EE3073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1A24E1-FE43-558D-EC46-25883CBF9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 fontScale="90000"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POTUS Meeting Load by Day of the Week</a:t>
            </a:r>
            <a:endParaRPr lang="en-CA" sz="3500" dirty="0">
              <a:solidFill>
                <a:schemeClr val="bg1"/>
              </a:solidFill>
            </a:endParaRPr>
          </a:p>
        </p:txBody>
      </p:sp>
      <p:pic>
        <p:nvPicPr>
          <p:cNvPr id="7" name="Content Placeholder 6" descr="A graph showing a red line&#10;&#10;AI-generated content may be incorrect.">
            <a:extLst>
              <a:ext uri="{FF2B5EF4-FFF2-40B4-BE49-F238E27FC236}">
                <a16:creationId xmlns:a16="http://schemas.microsoft.com/office/drawing/2014/main" id="{2F82922A-0A35-B438-67BB-3E82D52100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862259"/>
            <a:ext cx="8229600" cy="400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416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B47E9D-045E-F8D4-EA6F-6FE9F0A12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492"/>
            <a:ext cx="9143999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35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8" y="-3783777"/>
            <a:ext cx="1576446" cy="9144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69075" y="986"/>
            <a:ext cx="3227567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FA709C-5A04-96DC-61CF-D7B06D745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5" y="353160"/>
            <a:ext cx="5318475" cy="898581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l" defTabSz="914400">
              <a:lnSpc>
                <a:spcPct val="90000"/>
              </a:lnSpc>
            </a:pPr>
            <a:r>
              <a:rPr lang="en-US" sz="3000" dirty="0">
                <a:solidFill>
                  <a:srgbClr val="FFFFFF"/>
                </a:solidFill>
              </a:rPr>
              <a:t>Wait Times are Trending Up with Volumes </a:t>
            </a:r>
          </a:p>
        </p:txBody>
      </p:sp>
      <p:pic>
        <p:nvPicPr>
          <p:cNvPr id="7" name="Picture 6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DE6DC50D-B682-1F40-AA5F-6276C7308E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40" y="1831949"/>
            <a:ext cx="8781957" cy="3644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356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CA" sz="3500">
                <a:solidFill>
                  <a:srgbClr val="FFFFFF"/>
                </a:solidFill>
              </a:rPr>
              <a:t>Where Pressure Concentrates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E872A90-11CC-D838-E87C-92B12D4616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4346255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January Is a Strategic Opportunity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82B7282-3044-E462-4991-9E4878894B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5588729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A3EF76-1200-E3B8-7412-AA97A372E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D850CD-5097-C508-2418-A0DF4C7D5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January Is a Strategic Opportunity</a:t>
            </a:r>
          </a:p>
        </p:txBody>
      </p:sp>
      <p:pic>
        <p:nvPicPr>
          <p:cNvPr id="6" name="Content Placeholder 5" descr="A screenshot of a calendar&#10;&#10;AI-generated content may be incorrect.">
            <a:extLst>
              <a:ext uri="{FF2B5EF4-FFF2-40B4-BE49-F238E27FC236}">
                <a16:creationId xmlns:a16="http://schemas.microsoft.com/office/drawing/2014/main" id="{6379F036-3CCD-97B3-84E9-427F4AA1E9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416341"/>
            <a:ext cx="8229600" cy="2893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821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2D6855-8526-E8EC-7154-1B1E6E634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CD8560E-8087-CA09-E1E2-1478517774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72AB4D-EA7A-7E5A-9BFC-5F91E835E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5C21F40-D6BA-1C04-3016-A49E16AB3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48AC5B0-271C-C194-AA2D-BF95C3B371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00BCB6-A672-8318-6687-47E16347E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" y="322721"/>
            <a:ext cx="9143999" cy="877729"/>
          </a:xfrm>
        </p:spPr>
        <p:txBody>
          <a:bodyPr anchor="ctr">
            <a:normAutofit fontScale="90000"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More Smaller Meetings = More Volume to Manage</a:t>
            </a:r>
          </a:p>
        </p:txBody>
      </p:sp>
      <p:pic>
        <p:nvPicPr>
          <p:cNvPr id="7" name="Picture 6" descr="A graph of blue and white bars&#10;&#10;AI-generated content may be incorrect.">
            <a:extLst>
              <a:ext uri="{FF2B5EF4-FFF2-40B4-BE49-F238E27FC236}">
                <a16:creationId xmlns:a16="http://schemas.microsoft.com/office/drawing/2014/main" id="{360A8850-AB05-AD07-4573-A9222C3DF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22" y="1703165"/>
            <a:ext cx="8527774" cy="3589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6188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30C1B4-6D15-601B-0CF6-06CDDB70E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6A03372-6D2B-9217-BEA1-559F0C127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8607A4F-9F2A-BDBD-ED71-EF24D8C1FD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C4FC37-97B2-C729-B344-641CA2EB7B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9AF7C9-525F-B0CA-512F-3741A52782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B7BBBA-8E4F-98E0-1E61-B6E8EEAEE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" y="322721"/>
            <a:ext cx="9143999" cy="877729"/>
          </a:xfrm>
        </p:spPr>
        <p:txBody>
          <a:bodyPr anchor="ctr"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Great Job Meeting Demands with Little Backlog</a:t>
            </a:r>
          </a:p>
        </p:txBody>
      </p:sp>
      <p:pic>
        <p:nvPicPr>
          <p:cNvPr id="4" name="Picture 3" descr="A graph of blue dots&#10;&#10;AI-generated content may be incorrect.">
            <a:extLst>
              <a:ext uri="{FF2B5EF4-FFF2-40B4-BE49-F238E27FC236}">
                <a16:creationId xmlns:a16="http://schemas.microsoft.com/office/drawing/2014/main" id="{FBD4DCBD-C4BF-1873-82B5-B057D60D72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576446"/>
            <a:ext cx="8804309" cy="4784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871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CA" sz="3500">
                <a:solidFill>
                  <a:srgbClr val="FFFFFF"/>
                </a:solidFill>
              </a:rPr>
              <a:t>Call to Action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62C9CE3-E888-E7E1-CA19-035E7E553A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6275778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176</Words>
  <Application>Microsoft Office PowerPoint</Application>
  <PresentationFormat>On-screen Show (4:3)</PresentationFormat>
  <Paragraphs>29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Managing POTUS Meeting Load: What’s Working &amp; January Focus</vt:lpstr>
      <vt:lpstr>Strong Scheduling Performance</vt:lpstr>
      <vt:lpstr>Keep Weekdays Available -&gt; Be Prepared for High Volume Changes </vt:lpstr>
      <vt:lpstr>POTUS Meeting Load by Day of the Week</vt:lpstr>
      <vt:lpstr>Wait Times are Trending Up with Volumes </vt:lpstr>
      <vt:lpstr>Where Pressure Concentrates</vt:lpstr>
      <vt:lpstr>January Is a Strategic Opportunity</vt:lpstr>
      <vt:lpstr>January Is a Strategic Opportunity</vt:lpstr>
      <vt:lpstr>More Smaller Meetings = More Volume to Manage</vt:lpstr>
      <vt:lpstr>Great Job Meeting Demands with Little Backlog</vt:lpstr>
      <vt:lpstr>Call to Action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 Kluthe</dc:creator>
  <cp:keywords/>
  <dc:description>generated using python-pptx</dc:description>
  <cp:lastModifiedBy>Sam Kluthe</cp:lastModifiedBy>
  <cp:revision>3</cp:revision>
  <dcterms:created xsi:type="dcterms:W3CDTF">2013-01-27T09:14:16Z</dcterms:created>
  <dcterms:modified xsi:type="dcterms:W3CDTF">2025-12-24T22:17:30Z</dcterms:modified>
  <cp:category/>
</cp:coreProperties>
</file>