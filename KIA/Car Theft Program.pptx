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  <p:sldId id="261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EE2AF3-2BBD-439F-B9BE-A90015F0A31D}" v="15" dt="2026-01-04T01:22:08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Kluthe" userId="b4ee7ad44b52acdd" providerId="LiveId" clId="{11FC54C9-C092-4738-9D6E-E982A113B5D7}"/>
    <pc:docChg chg="undo custSel delSld modSld">
      <pc:chgData name="Sam Kluthe" userId="b4ee7ad44b52acdd" providerId="LiveId" clId="{11FC54C9-C092-4738-9D6E-E982A113B5D7}" dt="2026-01-04T01:22:11.882" v="339" actId="20577"/>
      <pc:docMkLst>
        <pc:docMk/>
      </pc:docMkLst>
      <pc:sldChg chg="addSp modSp mod">
        <pc:chgData name="Sam Kluthe" userId="b4ee7ad44b52acdd" providerId="LiveId" clId="{11FC54C9-C092-4738-9D6E-E982A113B5D7}" dt="2026-01-04T01:16:09.364" v="176" actId="20577"/>
        <pc:sldMkLst>
          <pc:docMk/>
          <pc:sldMk cId="4136178195" sldId="258"/>
        </pc:sldMkLst>
        <pc:spChg chg="add mod">
          <ac:chgData name="Sam Kluthe" userId="b4ee7ad44b52acdd" providerId="LiveId" clId="{11FC54C9-C092-4738-9D6E-E982A113B5D7}" dt="2026-01-04T01:16:09.364" v="176" actId="20577"/>
          <ac:spMkLst>
            <pc:docMk/>
            <pc:sldMk cId="4136178195" sldId="258"/>
            <ac:spMk id="3" creationId="{D567157E-9ADB-8A12-63CA-47BF440805F9}"/>
          </ac:spMkLst>
        </pc:spChg>
        <pc:picChg chg="mod">
          <ac:chgData name="Sam Kluthe" userId="b4ee7ad44b52acdd" providerId="LiveId" clId="{11FC54C9-C092-4738-9D6E-E982A113B5D7}" dt="2026-01-04T01:15:46.610" v="75" actId="1076"/>
          <ac:picMkLst>
            <pc:docMk/>
            <pc:sldMk cId="4136178195" sldId="258"/>
            <ac:picMk id="4" creationId="{F927B834-65F9-336C-233F-3ED39EDB0F38}"/>
          </ac:picMkLst>
        </pc:picChg>
      </pc:sldChg>
      <pc:sldChg chg="modSp mod">
        <pc:chgData name="Sam Kluthe" userId="b4ee7ad44b52acdd" providerId="LiveId" clId="{11FC54C9-C092-4738-9D6E-E982A113B5D7}" dt="2026-01-04T01:22:11.882" v="339" actId="20577"/>
        <pc:sldMkLst>
          <pc:docMk/>
          <pc:sldMk cId="3998238223" sldId="260"/>
        </pc:sldMkLst>
        <pc:spChg chg="mod">
          <ac:chgData name="Sam Kluthe" userId="b4ee7ad44b52acdd" providerId="LiveId" clId="{11FC54C9-C092-4738-9D6E-E982A113B5D7}" dt="2026-01-04T01:22:11.882" v="339" actId="20577"/>
          <ac:spMkLst>
            <pc:docMk/>
            <pc:sldMk cId="3998238223" sldId="260"/>
            <ac:spMk id="2" creationId="{C893FA3D-ABF2-9B14-BE30-A34883C91E93}"/>
          </ac:spMkLst>
        </pc:spChg>
      </pc:sldChg>
      <pc:sldChg chg="del">
        <pc:chgData name="Sam Kluthe" userId="b4ee7ad44b52acdd" providerId="LiveId" clId="{11FC54C9-C092-4738-9D6E-E982A113B5D7}" dt="2026-01-04T01:12:12.387" v="34" actId="47"/>
        <pc:sldMkLst>
          <pc:docMk/>
          <pc:sldMk cId="2936298808" sldId="263"/>
        </pc:sldMkLst>
      </pc:sldChg>
      <pc:sldChg chg="addSp delSp modSp mod">
        <pc:chgData name="Sam Kluthe" userId="b4ee7ad44b52acdd" providerId="LiveId" clId="{11FC54C9-C092-4738-9D6E-E982A113B5D7}" dt="2026-01-04T01:19:29.575" v="202" actId="478"/>
        <pc:sldMkLst>
          <pc:docMk/>
          <pc:sldMk cId="4021451651" sldId="264"/>
        </pc:sldMkLst>
        <pc:spChg chg="mod">
          <ac:chgData name="Sam Kluthe" userId="b4ee7ad44b52acdd" providerId="LiveId" clId="{11FC54C9-C092-4738-9D6E-E982A113B5D7}" dt="2026-01-04T01:12:40.369" v="73" actId="20577"/>
          <ac:spMkLst>
            <pc:docMk/>
            <pc:sldMk cId="4021451651" sldId="264"/>
            <ac:spMk id="2" creationId="{B37C974E-9721-4578-0523-0BA265560BBD}"/>
          </ac:spMkLst>
        </pc:spChg>
        <pc:spChg chg="add">
          <ac:chgData name="Sam Kluthe" userId="b4ee7ad44b52acdd" providerId="LiveId" clId="{11FC54C9-C092-4738-9D6E-E982A113B5D7}" dt="2026-01-04T01:18:22.627" v="177"/>
          <ac:spMkLst>
            <pc:docMk/>
            <pc:sldMk cId="4021451651" sldId="264"/>
            <ac:spMk id="3" creationId="{BBB1D181-0110-4BF7-185D-5256971CF03B}"/>
          </ac:spMkLst>
        </pc:spChg>
        <pc:spChg chg="add">
          <ac:chgData name="Sam Kluthe" userId="b4ee7ad44b52acdd" providerId="LiveId" clId="{11FC54C9-C092-4738-9D6E-E982A113B5D7}" dt="2026-01-04T01:18:27.473" v="179"/>
          <ac:spMkLst>
            <pc:docMk/>
            <pc:sldMk cId="4021451651" sldId="264"/>
            <ac:spMk id="4" creationId="{83CDD3FB-8E4A-EC9D-C3E7-A87B1F8AF5C2}"/>
          </ac:spMkLst>
        </pc:spChg>
        <pc:spChg chg="add mod">
          <ac:chgData name="Sam Kluthe" userId="b4ee7ad44b52acdd" providerId="LiveId" clId="{11FC54C9-C092-4738-9D6E-E982A113B5D7}" dt="2026-01-04T01:19:07.234" v="199" actId="1076"/>
          <ac:spMkLst>
            <pc:docMk/>
            <pc:sldMk cId="4021451651" sldId="264"/>
            <ac:spMk id="6" creationId="{38DF31A2-EBAF-04A6-50FA-2D3B49FB7044}"/>
          </ac:spMkLst>
        </pc:spChg>
        <pc:spChg chg="add">
          <ac:chgData name="Sam Kluthe" userId="b4ee7ad44b52acdd" providerId="LiveId" clId="{11FC54C9-C092-4738-9D6E-E982A113B5D7}" dt="2026-01-04T01:18:39.151" v="180"/>
          <ac:spMkLst>
            <pc:docMk/>
            <pc:sldMk cId="4021451651" sldId="264"/>
            <ac:spMk id="7" creationId="{DCE7EB5C-C5FB-55AB-8B70-CDFA25DB7FC6}"/>
          </ac:spMkLst>
        </pc:spChg>
        <pc:spChg chg="add del mod">
          <ac:chgData name="Sam Kluthe" userId="b4ee7ad44b52acdd" providerId="LiveId" clId="{11FC54C9-C092-4738-9D6E-E982A113B5D7}" dt="2026-01-04T01:19:29.575" v="202" actId="478"/>
          <ac:spMkLst>
            <pc:docMk/>
            <pc:sldMk cId="4021451651" sldId="264"/>
            <ac:spMk id="8" creationId="{E8C32B06-34B5-C974-E44C-7559101B85E8}"/>
          </ac:spMkLst>
        </pc:spChg>
        <pc:picChg chg="add mod">
          <ac:chgData name="Sam Kluthe" userId="b4ee7ad44b52acdd" providerId="LiveId" clId="{11FC54C9-C092-4738-9D6E-E982A113B5D7}" dt="2026-01-04T01:12:44.482" v="74" actId="1076"/>
          <ac:picMkLst>
            <pc:docMk/>
            <pc:sldMk cId="4021451651" sldId="264"/>
            <ac:picMk id="5" creationId="{CFC269AE-4004-15F6-D5B4-8246CFDB534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A11FD-8FBC-3E2F-02B7-06649E1BC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5961-7639-3571-7AF3-4116A4AAE1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EE405-30B5-4B63-9D98-6241D7B3F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A053-8F90-43D6-A2D5-91F0F74BA16C}" type="datetimeFigureOut">
              <a:rPr lang="en-CA" smtClean="0"/>
              <a:t>2026-01-03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16C7C-C17E-F25C-415D-C6661C733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468F2-4C28-E1BF-FC61-00DD426DB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D968-3F98-437A-81D0-FCFEAAEE44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7586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B3FDD-35C1-419E-389A-460490F2A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A7477-59FE-E2B8-2F26-A72CEA9D8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8FA19-A531-925E-503E-5DEFF29C1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A053-8F90-43D6-A2D5-91F0F74BA16C}" type="datetimeFigureOut">
              <a:rPr lang="en-CA" smtClean="0"/>
              <a:t>2026-01-03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AA75C-5766-EC17-7C18-A7E4A3C9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E6699-49CA-8701-D955-1CFBA466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D968-3F98-437A-81D0-FCFEAAEE44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7766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1EAC-BC24-8E5D-4E36-47CF37500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8CB7C-F6A7-B380-9399-560269CED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D87F9-5943-643A-F1E4-462FDD486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A053-8F90-43D6-A2D5-91F0F74BA16C}" type="datetimeFigureOut">
              <a:rPr lang="en-CA" smtClean="0"/>
              <a:t>2026-01-03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C59B2-22AB-4534-FE2A-E99BFB68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DB050-D789-C188-A8E9-BE2F2444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D968-3F98-437A-81D0-FCFEAAEE44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9112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76106-46D4-21C6-6C49-3069883DE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1A3B1-CA13-98DC-AB5F-E0DA5CCB85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A3B34-3648-7A76-3B40-A2D77C3EA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44958-F26D-D4C9-2EF0-F9D0ACBA0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A053-8F90-43D6-A2D5-91F0F74BA16C}" type="datetimeFigureOut">
              <a:rPr lang="en-CA" smtClean="0"/>
              <a:t>2026-01-03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8ED66-3CB4-11C5-465C-ED8702A68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55EAC-8BFD-E5C9-E4DA-7DF600617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D968-3F98-437A-81D0-FCFEAAEE44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0945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4B829-CC38-4865-1C59-AE2F807B0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C3B1E-66AE-8E02-CDC9-5E5FA1188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AC42D-8310-0C23-8F90-EE6D132D2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12710E-6B7D-8B1C-234B-86B69219CD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6B2AD5-93FA-F51C-3D81-AA9476C7D0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6744C6-9AD7-29D7-E488-598798C3B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A053-8F90-43D6-A2D5-91F0F74BA16C}" type="datetimeFigureOut">
              <a:rPr lang="en-CA" smtClean="0"/>
              <a:t>2026-01-03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1E4BE5-FF0E-8E75-849D-3D4764DEC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F9D091-5CC0-41B5-5907-1609E6D05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D968-3F98-437A-81D0-FCFEAAEE44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4364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D4A68-10AF-2920-E8C8-9A9668645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D557B6-C223-659D-3655-C27DB6B82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A053-8F90-43D6-A2D5-91F0F74BA16C}" type="datetimeFigureOut">
              <a:rPr lang="en-CA" smtClean="0"/>
              <a:t>2026-01-03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CF037-8396-2ED7-1DE7-652DA9E47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132AFA-E1A4-37BC-1DF5-1F7D1E74A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D968-3F98-437A-81D0-FCFEAAEE44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0019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62D384-5739-0F64-3EDF-4448E3871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A053-8F90-43D6-A2D5-91F0F74BA16C}" type="datetimeFigureOut">
              <a:rPr lang="en-CA" smtClean="0"/>
              <a:t>2026-01-03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89B112-FCAD-804F-C723-AE8BC692F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C1790-D016-AB22-9F56-46DA4CE26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D968-3F98-437A-81D0-FCFEAAEE44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4851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BE0D7-3A72-1217-E1D4-C20AD0CE2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ADC10-86D5-DBBF-5478-256F24A4A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26EBF5-52EE-F1D6-72D7-0F7BD1C15F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04AC4-EE89-8185-5C5D-2B223F9E5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A053-8F90-43D6-A2D5-91F0F74BA16C}" type="datetimeFigureOut">
              <a:rPr lang="en-CA" smtClean="0"/>
              <a:t>2026-01-03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38E10-A643-5800-0645-A25D0DE7B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B8399-C748-0DA2-4198-020EB6EB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D968-3F98-437A-81D0-FCFEAAEE44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7587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1673A-3EC2-85D5-E3E8-E57548EF2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4CD243-91ED-E008-BAAC-15A86FF580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0F2127-CDF6-5B80-7442-835498D44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0CE84-D359-6AE5-4A50-88E74FA3B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A053-8F90-43D6-A2D5-91F0F74BA16C}" type="datetimeFigureOut">
              <a:rPr lang="en-CA" smtClean="0"/>
              <a:t>2026-01-03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33B7F-0C49-FC37-E219-2CAA2E797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640519-CD89-0472-56D3-B6EE9ECEA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D968-3F98-437A-81D0-FCFEAAEE44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23128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CDAFF-F37C-10EF-A6D6-96E35C7D6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0E0F79-FE34-E274-D7E0-22EC26A3F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9748E-6232-83A1-42E1-7A44E45A5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A053-8F90-43D6-A2D5-91F0F74BA16C}" type="datetimeFigureOut">
              <a:rPr lang="en-CA" smtClean="0"/>
              <a:t>2026-01-03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6071B-477C-5F50-8B95-34382521E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932DA-A7F3-804F-467B-9ED5BF5D5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D968-3F98-437A-81D0-FCFEAAEE44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8068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C87F18-87BF-8EAB-E5E5-3AF2EEE131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2B5052-A2D8-7A94-CEB4-9AB1F1A06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6055E-4F89-0404-FFA6-AF8BA2D9B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A053-8F90-43D6-A2D5-91F0F74BA16C}" type="datetimeFigureOut">
              <a:rPr lang="en-CA" smtClean="0"/>
              <a:t>2026-01-03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22801-C9A0-9369-C91B-38068CB6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77B9D-A491-D9B6-FBF1-B303762AD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D968-3F98-437A-81D0-FCFEAAEE44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8763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27E816-1048-9605-0129-EDE8B4E95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67450-6BB6-BA18-EC7E-C331B6FA0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93B94-9D0A-ED5C-D546-6218DDB714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BFA053-8F90-43D6-A2D5-91F0F74BA16C}" type="datetimeFigureOut">
              <a:rPr lang="en-CA" smtClean="0"/>
              <a:t>2026-01-03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D36A7-F494-86E3-8B9A-27C6D0708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337EB-635B-96DF-BE12-8F395025B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FAD968-3F98-437A-81D0-FCFEAAEE44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5273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B107FD6-2637-E0CA-8C57-799A3C737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en-CA" sz="7200">
                <a:solidFill>
                  <a:schemeClr val="bg1"/>
                </a:solidFill>
              </a:rPr>
              <a:t>Car Theft Program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D90331-DE88-3D31-473A-C5B62CAFE0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r>
              <a:rPr lang="en-CA">
                <a:solidFill>
                  <a:schemeClr val="bg1"/>
                </a:solidFill>
              </a:rPr>
              <a:t>Lower Mainload Focus</a:t>
            </a:r>
          </a:p>
        </p:txBody>
      </p:sp>
    </p:spTree>
    <p:extLst>
      <p:ext uri="{BB962C8B-B14F-4D97-AF65-F5344CB8AC3E}">
        <p14:creationId xmlns:p14="http://schemas.microsoft.com/office/powerpoint/2010/main" val="2556524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0BF971-36BF-12F4-1E99-6C45B14B2B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Car Thefts are a Problem Nationwide</a:t>
            </a:r>
          </a:p>
        </p:txBody>
      </p:sp>
      <p:pic>
        <p:nvPicPr>
          <p:cNvPr id="5" name="Picture 4" descr="A map of the united states with red dots&#10;&#10;AI-generated content may be incorrect.">
            <a:extLst>
              <a:ext uri="{FF2B5EF4-FFF2-40B4-BE49-F238E27FC236}">
                <a16:creationId xmlns:a16="http://schemas.microsoft.com/office/drawing/2014/main" id="{80E40424-809F-6916-BB94-708A9C7F7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320" y="1675227"/>
            <a:ext cx="934935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633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302F97-4ABE-77CD-107C-D1C691026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62E6B2-086A-C4AE-2C22-9B588206A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Prevention Efforts have been Successful in Eastern States</a:t>
            </a:r>
          </a:p>
        </p:txBody>
      </p:sp>
      <p:pic>
        <p:nvPicPr>
          <p:cNvPr id="4" name="Picture 3" descr="A map of the united states with red circles&#10;&#10;AI-generated content may be incorrect.">
            <a:extLst>
              <a:ext uri="{FF2B5EF4-FFF2-40B4-BE49-F238E27FC236}">
                <a16:creationId xmlns:a16="http://schemas.microsoft.com/office/drawing/2014/main" id="{F927B834-65F9-336C-233F-3ED39EDB0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22" y="1555957"/>
            <a:ext cx="7087417" cy="43941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67157E-9ADB-8A12-63CA-47BF440805F9}"/>
              </a:ext>
            </a:extLst>
          </p:cNvPr>
          <p:cNvSpPr txBox="1"/>
          <p:nvPr/>
        </p:nvSpPr>
        <p:spPr>
          <a:xfrm>
            <a:off x="8080513" y="2246243"/>
            <a:ext cx="30711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Overall deployment of our Theft Program has been a success, but more efforts are necessary. </a:t>
            </a:r>
          </a:p>
        </p:txBody>
      </p:sp>
    </p:spTree>
    <p:extLst>
      <p:ext uri="{BB962C8B-B14F-4D97-AF65-F5344CB8AC3E}">
        <p14:creationId xmlns:p14="http://schemas.microsoft.com/office/powerpoint/2010/main" val="4136178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1AE95F-4917-1334-7A73-CC6D21704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09A65F-8D69-0B16-0FFA-7E2E25794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Busiest Metro PD Departments have had success</a:t>
            </a:r>
            <a:b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A graph of a car theft trends&#10;&#10;AI-generated content may be incorrect.">
            <a:extLst>
              <a:ext uri="{FF2B5EF4-FFF2-40B4-BE49-F238E27FC236}">
                <a16:creationId xmlns:a16="http://schemas.microsoft.com/office/drawing/2014/main" id="{37181078-1CC4-846F-79FE-74F12F69B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32" y="1714983"/>
            <a:ext cx="6250903" cy="4394199"/>
          </a:xfrm>
          <a:prstGeom prst="rect">
            <a:avLst/>
          </a:prstGeom>
        </p:spPr>
      </p:pic>
      <p:pic>
        <p:nvPicPr>
          <p:cNvPr id="6" name="Picture 5" descr="A blue and white squares with black text&#10;&#10;AI-generated content may be incorrect.">
            <a:extLst>
              <a:ext uri="{FF2B5EF4-FFF2-40B4-BE49-F238E27FC236}">
                <a16:creationId xmlns:a16="http://schemas.microsoft.com/office/drawing/2014/main" id="{E26CF4AF-1525-E34C-2803-FC69FFC59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695" y="2077719"/>
            <a:ext cx="5131087" cy="366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064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D9825C-0E28-8A2A-C6B6-3E3485460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93FA3D-ABF2-9B14-BE30-A34883C91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Target Your Local Theft </a:t>
            </a:r>
            <a:r>
              <a:rPr lang="en-US" sz="3200">
                <a:solidFill>
                  <a:schemeClr val="bg1"/>
                </a:solidFill>
              </a:rPr>
              <a:t>Program Towards </a:t>
            </a:r>
            <a:r>
              <a:rPr lang="en-US" sz="3200" dirty="0">
                <a:solidFill>
                  <a:schemeClr val="bg1"/>
                </a:solidFill>
              </a:rPr>
              <a:t>Kia/Hyundai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graph of a vehicle theft trends&#10;&#10;AI-generated content may be incorrect.">
            <a:extLst>
              <a:ext uri="{FF2B5EF4-FFF2-40B4-BE49-F238E27FC236}">
                <a16:creationId xmlns:a16="http://schemas.microsoft.com/office/drawing/2014/main" id="{85A36383-D4EA-36F8-B286-DD523252B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2" y="1555957"/>
            <a:ext cx="6255086" cy="4394199"/>
          </a:xfrm>
          <a:prstGeom prst="rect">
            <a:avLst/>
          </a:prstGeom>
        </p:spPr>
      </p:pic>
      <p:pic>
        <p:nvPicPr>
          <p:cNvPr id="7" name="Picture 6" descr="A diagram of a car&#10;&#10;AI-generated content may be incorrect.">
            <a:extLst>
              <a:ext uri="{FF2B5EF4-FFF2-40B4-BE49-F238E27FC236}">
                <a16:creationId xmlns:a16="http://schemas.microsoft.com/office/drawing/2014/main" id="{48A10BD0-7862-8053-C36E-886D496B8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788" y="2230460"/>
            <a:ext cx="4991797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238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9A01E2-E0E9-81C2-BD51-29C2D8A6F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FF9225-20B9-8369-025B-F64F22089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Prepare for the Surge Across all Car Types </a:t>
            </a:r>
          </a:p>
        </p:txBody>
      </p:sp>
      <p:pic>
        <p:nvPicPr>
          <p:cNvPr id="4" name="Picture 3" descr="A graph of a patient&#10;&#10;AI-generated content may be incorrect.">
            <a:extLst>
              <a:ext uri="{FF2B5EF4-FFF2-40B4-BE49-F238E27FC236}">
                <a16:creationId xmlns:a16="http://schemas.microsoft.com/office/drawing/2014/main" id="{B0479562-C959-B059-18E4-FE0A73528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623" y="1675227"/>
            <a:ext cx="570675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774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98592A-3473-2301-32BC-6D8172F11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7C974E-9721-4578-0523-0BA265560B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Immediate Intervention </a:t>
            </a:r>
            <a:r>
              <a:rPr lang="en-US" sz="3200" dirty="0">
                <a:solidFill>
                  <a:schemeClr val="bg1"/>
                </a:solidFill>
              </a:rPr>
              <a:t>Required 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graph with blue bars&#10;&#10;AI-generated content may be incorrect.">
            <a:extLst>
              <a:ext uri="{FF2B5EF4-FFF2-40B4-BE49-F238E27FC236}">
                <a16:creationId xmlns:a16="http://schemas.microsoft.com/office/drawing/2014/main" id="{CFC269AE-4004-15F6-D5B4-8246CFDB5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189" y="1713281"/>
            <a:ext cx="7116168" cy="45345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DF31A2-EBAF-04A6-50FA-2D3B49FB7044}"/>
              </a:ext>
            </a:extLst>
          </p:cNvPr>
          <p:cNvSpPr txBox="1"/>
          <p:nvPr/>
        </p:nvSpPr>
        <p:spPr>
          <a:xfrm>
            <a:off x="337930" y="1878495"/>
            <a:ext cx="35383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cities should prioritize targeted vehicle theft prevention efforts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21451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75</Words>
  <Application>Microsoft Office PowerPoint</Application>
  <PresentationFormat>Widescreen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Car Theft Program </vt:lpstr>
      <vt:lpstr>Car Thefts are a Problem Nationwide</vt:lpstr>
      <vt:lpstr>Prevention Efforts have been Successful in Eastern States</vt:lpstr>
      <vt:lpstr>The Busiest Metro PD Departments have had success </vt:lpstr>
      <vt:lpstr>Target Your Local Theft Program Towards Kia/Hyundai</vt:lpstr>
      <vt:lpstr>Prepare for the Surge Across all Car Types </vt:lpstr>
      <vt:lpstr>Immediate Intervention Required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Kluthe</dc:creator>
  <cp:lastModifiedBy>Sam Kluthe</cp:lastModifiedBy>
  <cp:revision>1</cp:revision>
  <dcterms:created xsi:type="dcterms:W3CDTF">2026-01-04T00:56:56Z</dcterms:created>
  <dcterms:modified xsi:type="dcterms:W3CDTF">2026-01-04T01:22:16Z</dcterms:modified>
</cp:coreProperties>
</file>